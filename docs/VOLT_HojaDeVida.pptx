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034" y="685800"/>
            <a:ext cx="7998916" cy="2971801"/>
          </a:xfrm>
        </p:spPr>
        <p:txBody>
          <a:bodyPr anchor="b">
            <a:normAutofit/>
          </a:bodyPr>
          <a:lstStyle>
            <a:lvl1pPr algn="l">
              <a:defRPr sz="4799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034" y="3843868"/>
            <a:ext cx="6399133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0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5869" y="8467"/>
            <a:ext cx="3809008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6580" y="91546"/>
            <a:ext cx="6079071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3941" y="228600"/>
            <a:ext cx="495171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3927" y="32279"/>
            <a:ext cx="4851725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3383" y="609602"/>
            <a:ext cx="4342268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663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4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2006600"/>
            <a:ext cx="8532178" cy="2281600"/>
          </a:xfrm>
        </p:spPr>
        <p:txBody>
          <a:bodyPr anchor="b">
            <a:normAutofit/>
          </a:bodyPr>
          <a:lstStyle>
            <a:lvl1pPr algn="l">
              <a:defRPr sz="3599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495800"/>
            <a:ext cx="8532178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33" y="685801"/>
            <a:ext cx="4936369" cy="361526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6621" y="685801"/>
            <a:ext cx="4933194" cy="3615266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4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827" y="685800"/>
            <a:ext cx="4648576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33" y="1270529"/>
            <a:ext cx="4936369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7483" y="685800"/>
            <a:ext cx="4663919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tx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5033" y="1262062"/>
            <a:ext cx="4927904" cy="303053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7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462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21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3167" y="685800"/>
            <a:ext cx="3656648" cy="1371600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034" y="685800"/>
            <a:ext cx="5942053" cy="5308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3167" y="2209800"/>
            <a:ext cx="3656648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64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1582" y="1447800"/>
            <a:ext cx="6018232" cy="1143000"/>
          </a:xfrm>
        </p:spPr>
        <p:txBody>
          <a:bodyPr anchor="b">
            <a:normAutofit/>
          </a:bodyPr>
          <a:lstStyle>
            <a:lvl1pPr algn="l">
              <a:defRPr sz="2799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8754" y="914400"/>
            <a:ext cx="3280120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1582" y="2777067"/>
            <a:ext cx="6019820" cy="2048933"/>
          </a:xfrm>
        </p:spPr>
        <p:txBody>
          <a:bodyPr anchor="t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5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621" y="533400"/>
            <a:ext cx="10815995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164" y="3843867"/>
            <a:ext cx="8302047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18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anchor="ctr">
            <a:normAutofit/>
          </a:bodyPr>
          <a:lstStyle>
            <a:lvl1pPr algn="l">
              <a:defRPr sz="3199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114800"/>
            <a:ext cx="8533765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65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4" y="685800"/>
            <a:ext cx="9141620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5835" y="3429000"/>
            <a:ext cx="8532178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5" y="4301068"/>
            <a:ext cx="8532178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15028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4" y="3429000"/>
            <a:ext cx="8532178" cy="1697400"/>
          </a:xfrm>
        </p:spPr>
        <p:txBody>
          <a:bodyPr anchor="b">
            <a:normAutofit/>
          </a:bodyPr>
          <a:lstStyle>
            <a:lvl1pPr algn="l">
              <a:defRPr sz="3199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3" y="5132981"/>
            <a:ext cx="8533767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08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116" y="685800"/>
            <a:ext cx="9141619" cy="2743200"/>
          </a:xfrm>
        </p:spPr>
        <p:txBody>
          <a:bodyPr anchor="ctr">
            <a:normAutofit/>
          </a:bodyPr>
          <a:lstStyle>
            <a:lvl1pPr algn="l">
              <a:defRPr sz="3199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5" y="3928534"/>
            <a:ext cx="8532178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978400"/>
            <a:ext cx="8532178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674" y="812222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2734" y="276860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44114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35" y="685800"/>
            <a:ext cx="10055781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034" y="3928534"/>
            <a:ext cx="853217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399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4766733"/>
            <a:ext cx="8532178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bg2">
                    <a:lumMod val="7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26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73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2950" y="685800"/>
            <a:ext cx="2056864" cy="4572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621" y="685800"/>
            <a:ext cx="7821163" cy="5308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413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4572" y="2963334"/>
            <a:ext cx="2981081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034" y="4487333"/>
            <a:ext cx="8532178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34" y="685801"/>
            <a:ext cx="8532178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1833" y="6172201"/>
            <a:ext cx="15997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034" y="6172201"/>
            <a:ext cx="7541835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0502" y="5578476"/>
            <a:ext cx="1141948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199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04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9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799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VOLT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8BD4"/>
                </a:solidFill>
              </a:rPr>
              <a:t>Interfaz de Lenguaje Natural
para Operaciones de Infraestructura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646478"/>
                </a:solidFill>
              </a:rPr>
              <a:t>AAP / AWX  ·  Microsoft Teams  ·  Python  ·  Ansible  ·  </a:t>
            </a:r>
            <a:r>
              <a:rPr lang="es-CO" sz="1600" b="0" i="1" dirty="0">
                <a:solidFill>
                  <a:srgbClr val="646478"/>
                </a:solidFill>
              </a:rPr>
              <a:t>LLM</a:t>
            </a:r>
            <a:endParaRPr sz="1600" b="0" i="1" dirty="0">
              <a:solidFill>
                <a:srgbClr val="64647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2011680" cy="41148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914400" y="459028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Health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572000"/>
            <a:ext cx="201168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3108960" y="459028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Log Monitor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80" y="4572000"/>
            <a:ext cx="2011680" cy="411480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5303520" y="4590288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Remediador</a:t>
            </a: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A2C24D36-F644-F159-EB49-D12753690D57}"/>
              </a:ext>
            </a:extLst>
          </p:cNvPr>
          <p:cNvSpPr/>
          <p:nvPr/>
        </p:nvSpPr>
        <p:spPr>
          <a:xfrm>
            <a:off x="10100440" y="441209"/>
            <a:ext cx="1765738" cy="237370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00" y="5613"/>
                </a:moveTo>
                <a:lnTo>
                  <a:pt x="431761" y="5613"/>
                </a:lnTo>
                <a:lnTo>
                  <a:pt x="431761" y="331304"/>
                </a:lnTo>
                <a:lnTo>
                  <a:pt x="432028" y="350342"/>
                </a:lnTo>
                <a:lnTo>
                  <a:pt x="433705" y="396278"/>
                </a:lnTo>
                <a:lnTo>
                  <a:pt x="434060" y="402094"/>
                </a:lnTo>
                <a:lnTo>
                  <a:pt x="433705" y="407365"/>
                </a:lnTo>
                <a:lnTo>
                  <a:pt x="426986" y="411111"/>
                </a:lnTo>
                <a:lnTo>
                  <a:pt x="423227" y="407847"/>
                </a:lnTo>
                <a:lnTo>
                  <a:pt x="420814" y="403555"/>
                </a:lnTo>
                <a:lnTo>
                  <a:pt x="329793" y="241185"/>
                </a:lnTo>
                <a:lnTo>
                  <a:pt x="295503" y="180492"/>
                </a:lnTo>
                <a:lnTo>
                  <a:pt x="264109" y="125412"/>
                </a:lnTo>
                <a:lnTo>
                  <a:pt x="239356" y="82778"/>
                </a:lnTo>
                <a:lnTo>
                  <a:pt x="205511" y="35331"/>
                </a:lnTo>
                <a:lnTo>
                  <a:pt x="152412" y="4343"/>
                </a:lnTo>
                <a:lnTo>
                  <a:pt x="114757" y="0"/>
                </a:lnTo>
                <a:lnTo>
                  <a:pt x="82638" y="3149"/>
                </a:lnTo>
                <a:lnTo>
                  <a:pt x="51650" y="14960"/>
                </a:lnTo>
                <a:lnTo>
                  <a:pt x="25247" y="38950"/>
                </a:lnTo>
                <a:lnTo>
                  <a:pt x="6883" y="78676"/>
                </a:lnTo>
                <a:lnTo>
                  <a:pt x="0" y="137642"/>
                </a:lnTo>
                <a:lnTo>
                  <a:pt x="0" y="528027"/>
                </a:lnTo>
                <a:lnTo>
                  <a:pt x="126885" y="528027"/>
                </a:lnTo>
                <a:lnTo>
                  <a:pt x="126885" y="202476"/>
                </a:lnTo>
                <a:lnTo>
                  <a:pt x="126631" y="183451"/>
                </a:lnTo>
                <a:lnTo>
                  <a:pt x="124739" y="131737"/>
                </a:lnTo>
                <a:lnTo>
                  <a:pt x="125006" y="126276"/>
                </a:lnTo>
                <a:lnTo>
                  <a:pt x="131800" y="122669"/>
                </a:lnTo>
                <a:lnTo>
                  <a:pt x="135407" y="125920"/>
                </a:lnTo>
                <a:lnTo>
                  <a:pt x="192011" y="228053"/>
                </a:lnTo>
                <a:lnTo>
                  <a:pt x="224028" y="285483"/>
                </a:lnTo>
                <a:lnTo>
                  <a:pt x="257517" y="345020"/>
                </a:lnTo>
                <a:lnTo>
                  <a:pt x="289166" y="400469"/>
                </a:lnTo>
                <a:lnTo>
                  <a:pt x="315645" y="445643"/>
                </a:lnTo>
                <a:lnTo>
                  <a:pt x="353212" y="498436"/>
                </a:lnTo>
                <a:lnTo>
                  <a:pt x="406311" y="529590"/>
                </a:lnTo>
                <a:lnTo>
                  <a:pt x="443979" y="533984"/>
                </a:lnTo>
                <a:lnTo>
                  <a:pt x="476072" y="530796"/>
                </a:lnTo>
                <a:lnTo>
                  <a:pt x="507072" y="518934"/>
                </a:lnTo>
                <a:lnTo>
                  <a:pt x="533501" y="494855"/>
                </a:lnTo>
                <a:lnTo>
                  <a:pt x="551891" y="455091"/>
                </a:lnTo>
                <a:lnTo>
                  <a:pt x="558800" y="396138"/>
                </a:lnTo>
                <a:lnTo>
                  <a:pt x="558800" y="5613"/>
                </a:lnTo>
                <a:close/>
              </a:path>
              <a:path w="3972559" h="534035">
                <a:moveTo>
                  <a:pt x="1094435" y="5791"/>
                </a:moveTo>
                <a:lnTo>
                  <a:pt x="602259" y="5791"/>
                </a:lnTo>
                <a:lnTo>
                  <a:pt x="602259" y="115011"/>
                </a:lnTo>
                <a:lnTo>
                  <a:pt x="783996" y="115011"/>
                </a:lnTo>
                <a:lnTo>
                  <a:pt x="783996" y="527761"/>
                </a:lnTo>
                <a:lnTo>
                  <a:pt x="912698" y="527761"/>
                </a:lnTo>
                <a:lnTo>
                  <a:pt x="912698" y="115011"/>
                </a:lnTo>
                <a:lnTo>
                  <a:pt x="1094435" y="115011"/>
                </a:lnTo>
                <a:lnTo>
                  <a:pt x="1094435" y="5791"/>
                </a:lnTo>
                <a:close/>
              </a:path>
              <a:path w="3972559" h="534035">
                <a:moveTo>
                  <a:pt x="1627568" y="5791"/>
                </a:moveTo>
                <a:lnTo>
                  <a:pt x="1135405" y="5791"/>
                </a:lnTo>
                <a:lnTo>
                  <a:pt x="1135405" y="115011"/>
                </a:lnTo>
                <a:lnTo>
                  <a:pt x="1317066" y="115011"/>
                </a:lnTo>
                <a:lnTo>
                  <a:pt x="1317066" y="527761"/>
                </a:lnTo>
                <a:lnTo>
                  <a:pt x="1445895" y="527761"/>
                </a:lnTo>
                <a:lnTo>
                  <a:pt x="1445895" y="115011"/>
                </a:lnTo>
                <a:lnTo>
                  <a:pt x="1627568" y="115011"/>
                </a:lnTo>
                <a:lnTo>
                  <a:pt x="1627568" y="5791"/>
                </a:lnTo>
                <a:close/>
              </a:path>
              <a:path w="3972559" h="534035">
                <a:moveTo>
                  <a:pt x="2315997" y="188772"/>
                </a:moveTo>
                <a:lnTo>
                  <a:pt x="2312428" y="135509"/>
                </a:lnTo>
                <a:lnTo>
                  <a:pt x="2307742" y="117017"/>
                </a:lnTo>
                <a:lnTo>
                  <a:pt x="2301557" y="92595"/>
                </a:lnTo>
                <a:lnTo>
                  <a:pt x="2283104" y="59258"/>
                </a:lnTo>
                <a:lnTo>
                  <a:pt x="2256853" y="34683"/>
                </a:lnTo>
                <a:lnTo>
                  <a:pt x="2222525" y="18097"/>
                </a:lnTo>
                <a:lnTo>
                  <a:pt x="2184603" y="9766"/>
                </a:lnTo>
                <a:lnTo>
                  <a:pt x="2184603" y="186474"/>
                </a:lnTo>
                <a:lnTo>
                  <a:pt x="2184603" y="347281"/>
                </a:lnTo>
                <a:lnTo>
                  <a:pt x="2181034" y="379285"/>
                </a:lnTo>
                <a:lnTo>
                  <a:pt x="2169706" y="400824"/>
                </a:lnTo>
                <a:lnTo>
                  <a:pt x="2149703" y="412953"/>
                </a:lnTo>
                <a:lnTo>
                  <a:pt x="2120125" y="416763"/>
                </a:lnTo>
                <a:lnTo>
                  <a:pt x="1912785" y="416763"/>
                </a:lnTo>
                <a:lnTo>
                  <a:pt x="1912785" y="117017"/>
                </a:lnTo>
                <a:lnTo>
                  <a:pt x="2120125" y="117017"/>
                </a:lnTo>
                <a:lnTo>
                  <a:pt x="2149703" y="120827"/>
                </a:lnTo>
                <a:lnTo>
                  <a:pt x="2169706" y="132969"/>
                </a:lnTo>
                <a:lnTo>
                  <a:pt x="2181034" y="154508"/>
                </a:lnTo>
                <a:lnTo>
                  <a:pt x="2184603" y="186474"/>
                </a:lnTo>
                <a:lnTo>
                  <a:pt x="2184603" y="9766"/>
                </a:lnTo>
                <a:lnTo>
                  <a:pt x="2179878" y="8724"/>
                </a:lnTo>
                <a:lnTo>
                  <a:pt x="2128647" y="5778"/>
                </a:lnTo>
                <a:lnTo>
                  <a:pt x="1784096" y="5778"/>
                </a:lnTo>
                <a:lnTo>
                  <a:pt x="1784096" y="527837"/>
                </a:lnTo>
                <a:lnTo>
                  <a:pt x="2134616" y="527837"/>
                </a:lnTo>
                <a:lnTo>
                  <a:pt x="2188083" y="524002"/>
                </a:lnTo>
                <a:lnTo>
                  <a:pt x="2230882" y="512546"/>
                </a:lnTo>
                <a:lnTo>
                  <a:pt x="2288032" y="467258"/>
                </a:lnTo>
                <a:lnTo>
                  <a:pt x="2307894" y="416763"/>
                </a:lnTo>
                <a:lnTo>
                  <a:pt x="2313190" y="392849"/>
                </a:lnTo>
                <a:lnTo>
                  <a:pt x="2315997" y="344995"/>
                </a:lnTo>
                <a:lnTo>
                  <a:pt x="2315997" y="188772"/>
                </a:lnTo>
                <a:close/>
              </a:path>
              <a:path w="3972559" h="534035">
                <a:moveTo>
                  <a:pt x="2903601" y="184619"/>
                </a:moveTo>
                <a:lnTo>
                  <a:pt x="2900591" y="133299"/>
                </a:lnTo>
                <a:lnTo>
                  <a:pt x="2891078" y="91643"/>
                </a:lnTo>
                <a:lnTo>
                  <a:pt x="2849638" y="34759"/>
                </a:lnTo>
                <a:lnTo>
                  <a:pt x="2773426" y="8788"/>
                </a:lnTo>
                <a:lnTo>
                  <a:pt x="2720467" y="5791"/>
                </a:lnTo>
                <a:lnTo>
                  <a:pt x="2396452" y="5791"/>
                </a:lnTo>
                <a:lnTo>
                  <a:pt x="2396452" y="116598"/>
                </a:lnTo>
                <a:lnTo>
                  <a:pt x="2711869" y="116598"/>
                </a:lnTo>
                <a:lnTo>
                  <a:pt x="2741472" y="120408"/>
                </a:lnTo>
                <a:lnTo>
                  <a:pt x="2761411" y="132549"/>
                </a:lnTo>
                <a:lnTo>
                  <a:pt x="2772676" y="154063"/>
                </a:lnTo>
                <a:lnTo>
                  <a:pt x="2776220" y="186004"/>
                </a:lnTo>
                <a:lnTo>
                  <a:pt x="2776296" y="204444"/>
                </a:lnTo>
                <a:lnTo>
                  <a:pt x="2776220" y="309702"/>
                </a:lnTo>
                <a:lnTo>
                  <a:pt x="2776220" y="416344"/>
                </a:lnTo>
                <a:lnTo>
                  <a:pt x="2533675" y="416344"/>
                </a:lnTo>
                <a:lnTo>
                  <a:pt x="2518956" y="414210"/>
                </a:lnTo>
                <a:lnTo>
                  <a:pt x="2505646" y="406146"/>
                </a:lnTo>
                <a:lnTo>
                  <a:pt x="2495994" y="389699"/>
                </a:lnTo>
                <a:lnTo>
                  <a:pt x="2492273" y="362407"/>
                </a:lnTo>
                <a:lnTo>
                  <a:pt x="2495969" y="335216"/>
                </a:lnTo>
                <a:lnTo>
                  <a:pt x="2505570" y="319201"/>
                </a:lnTo>
                <a:lnTo>
                  <a:pt x="2518867" y="311619"/>
                </a:lnTo>
                <a:lnTo>
                  <a:pt x="2533675" y="309702"/>
                </a:lnTo>
                <a:lnTo>
                  <a:pt x="2776220" y="309702"/>
                </a:lnTo>
                <a:lnTo>
                  <a:pt x="2776220" y="204444"/>
                </a:lnTo>
                <a:lnTo>
                  <a:pt x="2514816" y="204444"/>
                </a:lnTo>
                <a:lnTo>
                  <a:pt x="2461145" y="210045"/>
                </a:lnTo>
                <a:lnTo>
                  <a:pt x="2419451" y="227215"/>
                </a:lnTo>
                <a:lnTo>
                  <a:pt x="2389708" y="256527"/>
                </a:lnTo>
                <a:lnTo>
                  <a:pt x="2371890" y="298551"/>
                </a:lnTo>
                <a:lnTo>
                  <a:pt x="2365946" y="353872"/>
                </a:lnTo>
                <a:lnTo>
                  <a:pt x="2365946" y="378561"/>
                </a:lnTo>
                <a:lnTo>
                  <a:pt x="2372106" y="435038"/>
                </a:lnTo>
                <a:lnTo>
                  <a:pt x="2390571" y="477177"/>
                </a:lnTo>
                <a:lnTo>
                  <a:pt x="2421407" y="506006"/>
                </a:lnTo>
                <a:lnTo>
                  <a:pt x="2464612" y="522554"/>
                </a:lnTo>
                <a:lnTo>
                  <a:pt x="2520226" y="527837"/>
                </a:lnTo>
                <a:lnTo>
                  <a:pt x="2903601" y="527837"/>
                </a:lnTo>
                <a:lnTo>
                  <a:pt x="2903601" y="416344"/>
                </a:lnTo>
                <a:lnTo>
                  <a:pt x="2903601" y="309702"/>
                </a:lnTo>
                <a:lnTo>
                  <a:pt x="2903601" y="184619"/>
                </a:lnTo>
                <a:close/>
              </a:path>
              <a:path w="3972559" h="534035">
                <a:moveTo>
                  <a:pt x="3421773" y="5791"/>
                </a:moveTo>
                <a:lnTo>
                  <a:pt x="2929445" y="5791"/>
                </a:lnTo>
                <a:lnTo>
                  <a:pt x="2929445" y="115011"/>
                </a:lnTo>
                <a:lnTo>
                  <a:pt x="3111258" y="115011"/>
                </a:lnTo>
                <a:lnTo>
                  <a:pt x="3111258" y="527761"/>
                </a:lnTo>
                <a:lnTo>
                  <a:pt x="3239884" y="527761"/>
                </a:lnTo>
                <a:lnTo>
                  <a:pt x="3239884" y="115011"/>
                </a:lnTo>
                <a:lnTo>
                  <a:pt x="3421773" y="115011"/>
                </a:lnTo>
                <a:lnTo>
                  <a:pt x="3421773" y="5791"/>
                </a:lnTo>
                <a:close/>
              </a:path>
              <a:path w="3972559" h="534035">
                <a:moveTo>
                  <a:pt x="3971950" y="184619"/>
                </a:moveTo>
                <a:lnTo>
                  <a:pt x="3968966" y="133299"/>
                </a:lnTo>
                <a:lnTo>
                  <a:pt x="3959479" y="91643"/>
                </a:lnTo>
                <a:lnTo>
                  <a:pt x="3918102" y="34759"/>
                </a:lnTo>
                <a:lnTo>
                  <a:pt x="3841877" y="8788"/>
                </a:lnTo>
                <a:lnTo>
                  <a:pt x="3788829" y="5791"/>
                </a:lnTo>
                <a:lnTo>
                  <a:pt x="3464877" y="5791"/>
                </a:lnTo>
                <a:lnTo>
                  <a:pt x="3464877" y="116598"/>
                </a:lnTo>
                <a:lnTo>
                  <a:pt x="3780498" y="116598"/>
                </a:lnTo>
                <a:lnTo>
                  <a:pt x="3810025" y="120408"/>
                </a:lnTo>
                <a:lnTo>
                  <a:pt x="3829964" y="132549"/>
                </a:lnTo>
                <a:lnTo>
                  <a:pt x="3841229" y="154063"/>
                </a:lnTo>
                <a:lnTo>
                  <a:pt x="3844785" y="186004"/>
                </a:lnTo>
                <a:lnTo>
                  <a:pt x="3844785" y="204444"/>
                </a:lnTo>
                <a:lnTo>
                  <a:pt x="3844785" y="309702"/>
                </a:lnTo>
                <a:lnTo>
                  <a:pt x="3844785" y="416344"/>
                </a:lnTo>
                <a:lnTo>
                  <a:pt x="3602101" y="416344"/>
                </a:lnTo>
                <a:lnTo>
                  <a:pt x="3587407" y="414210"/>
                </a:lnTo>
                <a:lnTo>
                  <a:pt x="3574097" y="406146"/>
                </a:lnTo>
                <a:lnTo>
                  <a:pt x="3564432" y="389699"/>
                </a:lnTo>
                <a:lnTo>
                  <a:pt x="3560699" y="362407"/>
                </a:lnTo>
                <a:lnTo>
                  <a:pt x="3564394" y="335216"/>
                </a:lnTo>
                <a:lnTo>
                  <a:pt x="3574008" y="319201"/>
                </a:lnTo>
                <a:lnTo>
                  <a:pt x="3587318" y="311619"/>
                </a:lnTo>
                <a:lnTo>
                  <a:pt x="3602101" y="309702"/>
                </a:lnTo>
                <a:lnTo>
                  <a:pt x="3844785" y="309702"/>
                </a:lnTo>
                <a:lnTo>
                  <a:pt x="3844785" y="204444"/>
                </a:lnTo>
                <a:lnTo>
                  <a:pt x="3583305" y="204444"/>
                </a:lnTo>
                <a:lnTo>
                  <a:pt x="3529634" y="210045"/>
                </a:lnTo>
                <a:lnTo>
                  <a:pt x="3487953" y="227215"/>
                </a:lnTo>
                <a:lnTo>
                  <a:pt x="3458197" y="256527"/>
                </a:lnTo>
                <a:lnTo>
                  <a:pt x="3440366" y="298551"/>
                </a:lnTo>
                <a:lnTo>
                  <a:pt x="3434435" y="353872"/>
                </a:lnTo>
                <a:lnTo>
                  <a:pt x="3434435" y="378561"/>
                </a:lnTo>
                <a:lnTo>
                  <a:pt x="3440595" y="435038"/>
                </a:lnTo>
                <a:lnTo>
                  <a:pt x="3459086" y="477177"/>
                </a:lnTo>
                <a:lnTo>
                  <a:pt x="3489909" y="506006"/>
                </a:lnTo>
                <a:lnTo>
                  <a:pt x="3533089" y="522554"/>
                </a:lnTo>
                <a:lnTo>
                  <a:pt x="3588651" y="527837"/>
                </a:lnTo>
                <a:lnTo>
                  <a:pt x="3971950" y="527837"/>
                </a:lnTo>
                <a:lnTo>
                  <a:pt x="3971950" y="416344"/>
                </a:lnTo>
                <a:lnTo>
                  <a:pt x="3971950" y="309702"/>
                </a:lnTo>
                <a:lnTo>
                  <a:pt x="3971950" y="184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02920"/>
            <a:ext cx="11457432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FFFFFF"/>
                </a:solidFill>
              </a:rPr>
              <a:t>Escenario</a:t>
            </a:r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008BD4"/>
                </a:solidFill>
              </a:rPr>
              <a:t>El </a:t>
            </a:r>
            <a:r>
              <a:rPr sz="2000" b="0" i="1" dirty="0" err="1">
                <a:solidFill>
                  <a:srgbClr val="008BD4"/>
                </a:solidFill>
              </a:rPr>
              <a:t>problema</a:t>
            </a:r>
            <a:r>
              <a:rPr sz="2000" b="0" i="1" dirty="0">
                <a:solidFill>
                  <a:srgbClr val="008BD4"/>
                </a:solidFill>
              </a:rPr>
              <a:t> </a:t>
            </a:r>
            <a:r>
              <a:rPr sz="2000" b="0" i="1" dirty="0" err="1">
                <a:solidFill>
                  <a:srgbClr val="008BD4"/>
                </a:solidFill>
              </a:rPr>
              <a:t>que</a:t>
            </a:r>
            <a:r>
              <a:rPr sz="2000" b="0" i="1" dirty="0">
                <a:solidFill>
                  <a:srgbClr val="008BD4"/>
                </a:solidFill>
              </a:rPr>
              <a:t> </a:t>
            </a:r>
            <a:r>
              <a:rPr sz="2000" b="0" i="1" dirty="0" err="1">
                <a:solidFill>
                  <a:srgbClr val="008BD4"/>
                </a:solidFill>
              </a:rPr>
              <a:t>resuelve</a:t>
            </a:r>
            <a:endParaRPr sz="2000" b="0" i="1" dirty="0">
              <a:solidFill>
                <a:srgbClr val="008BD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03520" cy="438912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4937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6060"/>
                </a:solidFill>
              </a:rPr>
              <a:t>SIN </a:t>
            </a:r>
            <a:r>
              <a:rPr sz="2400" b="1" i="0" dirty="0" err="1">
                <a:solidFill>
                  <a:srgbClr val="FF6060"/>
                </a:solidFill>
              </a:rPr>
              <a:t>VOLT</a:t>
            </a:r>
            <a:endParaRPr sz="2400" b="1" i="0" dirty="0">
              <a:solidFill>
                <a:srgbClr val="FF606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769327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CCCCCC"/>
                </a:solidFill>
              </a:rPr>
              <a:t>  </a:t>
            </a:r>
            <a:r>
              <a:rPr b="0" i="0" dirty="0" err="1">
                <a:solidFill>
                  <a:srgbClr val="CCCCCC"/>
                </a:solidFill>
              </a:rPr>
              <a:t>Acceso</a:t>
            </a:r>
            <a:r>
              <a:rPr b="0" i="0" dirty="0">
                <a:solidFill>
                  <a:srgbClr val="CCCCCC"/>
                </a:solidFill>
              </a:rPr>
              <a:t> SSH </a:t>
            </a:r>
            <a:r>
              <a:rPr b="0" i="0" dirty="0" err="1">
                <a:solidFill>
                  <a:srgbClr val="CCCCCC"/>
                </a:solidFill>
              </a:rPr>
              <a:t>directo</a:t>
            </a:r>
            <a:r>
              <a:rPr b="0" i="0" dirty="0">
                <a:solidFill>
                  <a:srgbClr val="CCCCCC"/>
                </a:solidFill>
              </a:rPr>
              <a:t> al </a:t>
            </a:r>
            <a:r>
              <a:rPr b="0" i="0" dirty="0" err="1">
                <a:solidFill>
                  <a:srgbClr val="CCCCCC"/>
                </a:solidFill>
              </a:rPr>
              <a:t>servidor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requerido</a:t>
            </a:r>
            <a:endParaRPr b="0" i="0" dirty="0">
              <a:solidFill>
                <a:srgbClr val="CCCC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336255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Conocimiento de comandos Linux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03183"/>
            <a:ext cx="4937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Disponibilidad del operador en cualquier momento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70111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Tiempo de respuesta variable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37039"/>
            <a:ext cx="4937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Sin trazabilidad centralizada de acciones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749039"/>
            <a:ext cx="548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>
                <a:solidFill>
                  <a:srgbClr val="008BD4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5394960" cy="4389120"/>
          </a:xfrm>
          <a:prstGeom prst="rect">
            <a:avLst/>
          </a:prstGeom>
          <a:solidFill>
            <a:srgbClr val="0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8A745"/>
                </a:solidFill>
              </a:rPr>
              <a:t>CON </a:t>
            </a:r>
            <a:r>
              <a:rPr sz="2400" b="1" i="0" dirty="0" err="1">
                <a:solidFill>
                  <a:srgbClr val="28A745"/>
                </a:solidFill>
              </a:rPr>
              <a:t>VOLT</a:t>
            </a:r>
            <a:endParaRPr sz="2400" b="1" i="0" dirty="0">
              <a:solidFill>
                <a:srgbClr val="28A745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0" y="2769327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Solo Teams — sin SSH, sin 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36255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Lenguaje natural en español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03183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Disponible 24/7 sin intervención humana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70111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Respuesta en menos de 2 minutos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37039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  Historial de jobs en AWX con artefactos</a:t>
            </a: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B3A117B8-0DDA-BE8A-AAB4-5C9FEF72887C}"/>
              </a:ext>
            </a:extLst>
          </p:cNvPr>
          <p:cNvSpPr/>
          <p:nvPr/>
        </p:nvSpPr>
        <p:spPr>
          <a:xfrm>
            <a:off x="10030022" y="6236395"/>
            <a:ext cx="1765738" cy="237370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00" y="5613"/>
                </a:moveTo>
                <a:lnTo>
                  <a:pt x="431761" y="5613"/>
                </a:lnTo>
                <a:lnTo>
                  <a:pt x="431761" y="331304"/>
                </a:lnTo>
                <a:lnTo>
                  <a:pt x="432028" y="350342"/>
                </a:lnTo>
                <a:lnTo>
                  <a:pt x="433705" y="396278"/>
                </a:lnTo>
                <a:lnTo>
                  <a:pt x="434060" y="402094"/>
                </a:lnTo>
                <a:lnTo>
                  <a:pt x="433705" y="407365"/>
                </a:lnTo>
                <a:lnTo>
                  <a:pt x="426986" y="411111"/>
                </a:lnTo>
                <a:lnTo>
                  <a:pt x="423227" y="407847"/>
                </a:lnTo>
                <a:lnTo>
                  <a:pt x="420814" y="403555"/>
                </a:lnTo>
                <a:lnTo>
                  <a:pt x="329793" y="241185"/>
                </a:lnTo>
                <a:lnTo>
                  <a:pt x="295503" y="180492"/>
                </a:lnTo>
                <a:lnTo>
                  <a:pt x="264109" y="125412"/>
                </a:lnTo>
                <a:lnTo>
                  <a:pt x="239356" y="82778"/>
                </a:lnTo>
                <a:lnTo>
                  <a:pt x="205511" y="35331"/>
                </a:lnTo>
                <a:lnTo>
                  <a:pt x="152412" y="4343"/>
                </a:lnTo>
                <a:lnTo>
                  <a:pt x="114757" y="0"/>
                </a:lnTo>
                <a:lnTo>
                  <a:pt x="82638" y="3149"/>
                </a:lnTo>
                <a:lnTo>
                  <a:pt x="51650" y="14960"/>
                </a:lnTo>
                <a:lnTo>
                  <a:pt x="25247" y="38950"/>
                </a:lnTo>
                <a:lnTo>
                  <a:pt x="6883" y="78676"/>
                </a:lnTo>
                <a:lnTo>
                  <a:pt x="0" y="137642"/>
                </a:lnTo>
                <a:lnTo>
                  <a:pt x="0" y="528027"/>
                </a:lnTo>
                <a:lnTo>
                  <a:pt x="126885" y="528027"/>
                </a:lnTo>
                <a:lnTo>
                  <a:pt x="126885" y="202476"/>
                </a:lnTo>
                <a:lnTo>
                  <a:pt x="126631" y="183451"/>
                </a:lnTo>
                <a:lnTo>
                  <a:pt x="124739" y="131737"/>
                </a:lnTo>
                <a:lnTo>
                  <a:pt x="125006" y="126276"/>
                </a:lnTo>
                <a:lnTo>
                  <a:pt x="131800" y="122669"/>
                </a:lnTo>
                <a:lnTo>
                  <a:pt x="135407" y="125920"/>
                </a:lnTo>
                <a:lnTo>
                  <a:pt x="192011" y="228053"/>
                </a:lnTo>
                <a:lnTo>
                  <a:pt x="224028" y="285483"/>
                </a:lnTo>
                <a:lnTo>
                  <a:pt x="257517" y="345020"/>
                </a:lnTo>
                <a:lnTo>
                  <a:pt x="289166" y="400469"/>
                </a:lnTo>
                <a:lnTo>
                  <a:pt x="315645" y="445643"/>
                </a:lnTo>
                <a:lnTo>
                  <a:pt x="353212" y="498436"/>
                </a:lnTo>
                <a:lnTo>
                  <a:pt x="406311" y="529590"/>
                </a:lnTo>
                <a:lnTo>
                  <a:pt x="443979" y="533984"/>
                </a:lnTo>
                <a:lnTo>
                  <a:pt x="476072" y="530796"/>
                </a:lnTo>
                <a:lnTo>
                  <a:pt x="507072" y="518934"/>
                </a:lnTo>
                <a:lnTo>
                  <a:pt x="533501" y="494855"/>
                </a:lnTo>
                <a:lnTo>
                  <a:pt x="551891" y="455091"/>
                </a:lnTo>
                <a:lnTo>
                  <a:pt x="558800" y="396138"/>
                </a:lnTo>
                <a:lnTo>
                  <a:pt x="558800" y="5613"/>
                </a:lnTo>
                <a:close/>
              </a:path>
              <a:path w="3972559" h="534035">
                <a:moveTo>
                  <a:pt x="1094435" y="5791"/>
                </a:moveTo>
                <a:lnTo>
                  <a:pt x="602259" y="5791"/>
                </a:lnTo>
                <a:lnTo>
                  <a:pt x="602259" y="115011"/>
                </a:lnTo>
                <a:lnTo>
                  <a:pt x="783996" y="115011"/>
                </a:lnTo>
                <a:lnTo>
                  <a:pt x="783996" y="527761"/>
                </a:lnTo>
                <a:lnTo>
                  <a:pt x="912698" y="527761"/>
                </a:lnTo>
                <a:lnTo>
                  <a:pt x="912698" y="115011"/>
                </a:lnTo>
                <a:lnTo>
                  <a:pt x="1094435" y="115011"/>
                </a:lnTo>
                <a:lnTo>
                  <a:pt x="1094435" y="5791"/>
                </a:lnTo>
                <a:close/>
              </a:path>
              <a:path w="3972559" h="534035">
                <a:moveTo>
                  <a:pt x="1627568" y="5791"/>
                </a:moveTo>
                <a:lnTo>
                  <a:pt x="1135405" y="5791"/>
                </a:lnTo>
                <a:lnTo>
                  <a:pt x="1135405" y="115011"/>
                </a:lnTo>
                <a:lnTo>
                  <a:pt x="1317066" y="115011"/>
                </a:lnTo>
                <a:lnTo>
                  <a:pt x="1317066" y="527761"/>
                </a:lnTo>
                <a:lnTo>
                  <a:pt x="1445895" y="527761"/>
                </a:lnTo>
                <a:lnTo>
                  <a:pt x="1445895" y="115011"/>
                </a:lnTo>
                <a:lnTo>
                  <a:pt x="1627568" y="115011"/>
                </a:lnTo>
                <a:lnTo>
                  <a:pt x="1627568" y="5791"/>
                </a:lnTo>
                <a:close/>
              </a:path>
              <a:path w="3972559" h="534035">
                <a:moveTo>
                  <a:pt x="2315997" y="188772"/>
                </a:moveTo>
                <a:lnTo>
                  <a:pt x="2312428" y="135509"/>
                </a:lnTo>
                <a:lnTo>
                  <a:pt x="2307742" y="117017"/>
                </a:lnTo>
                <a:lnTo>
                  <a:pt x="2301557" y="92595"/>
                </a:lnTo>
                <a:lnTo>
                  <a:pt x="2283104" y="59258"/>
                </a:lnTo>
                <a:lnTo>
                  <a:pt x="2256853" y="34683"/>
                </a:lnTo>
                <a:lnTo>
                  <a:pt x="2222525" y="18097"/>
                </a:lnTo>
                <a:lnTo>
                  <a:pt x="2184603" y="9766"/>
                </a:lnTo>
                <a:lnTo>
                  <a:pt x="2184603" y="186474"/>
                </a:lnTo>
                <a:lnTo>
                  <a:pt x="2184603" y="347281"/>
                </a:lnTo>
                <a:lnTo>
                  <a:pt x="2181034" y="379285"/>
                </a:lnTo>
                <a:lnTo>
                  <a:pt x="2169706" y="400824"/>
                </a:lnTo>
                <a:lnTo>
                  <a:pt x="2149703" y="412953"/>
                </a:lnTo>
                <a:lnTo>
                  <a:pt x="2120125" y="416763"/>
                </a:lnTo>
                <a:lnTo>
                  <a:pt x="1912785" y="416763"/>
                </a:lnTo>
                <a:lnTo>
                  <a:pt x="1912785" y="117017"/>
                </a:lnTo>
                <a:lnTo>
                  <a:pt x="2120125" y="117017"/>
                </a:lnTo>
                <a:lnTo>
                  <a:pt x="2149703" y="120827"/>
                </a:lnTo>
                <a:lnTo>
                  <a:pt x="2169706" y="132969"/>
                </a:lnTo>
                <a:lnTo>
                  <a:pt x="2181034" y="154508"/>
                </a:lnTo>
                <a:lnTo>
                  <a:pt x="2184603" y="186474"/>
                </a:lnTo>
                <a:lnTo>
                  <a:pt x="2184603" y="9766"/>
                </a:lnTo>
                <a:lnTo>
                  <a:pt x="2179878" y="8724"/>
                </a:lnTo>
                <a:lnTo>
                  <a:pt x="2128647" y="5778"/>
                </a:lnTo>
                <a:lnTo>
                  <a:pt x="1784096" y="5778"/>
                </a:lnTo>
                <a:lnTo>
                  <a:pt x="1784096" y="527837"/>
                </a:lnTo>
                <a:lnTo>
                  <a:pt x="2134616" y="527837"/>
                </a:lnTo>
                <a:lnTo>
                  <a:pt x="2188083" y="524002"/>
                </a:lnTo>
                <a:lnTo>
                  <a:pt x="2230882" y="512546"/>
                </a:lnTo>
                <a:lnTo>
                  <a:pt x="2288032" y="467258"/>
                </a:lnTo>
                <a:lnTo>
                  <a:pt x="2307894" y="416763"/>
                </a:lnTo>
                <a:lnTo>
                  <a:pt x="2313190" y="392849"/>
                </a:lnTo>
                <a:lnTo>
                  <a:pt x="2315997" y="344995"/>
                </a:lnTo>
                <a:lnTo>
                  <a:pt x="2315997" y="188772"/>
                </a:lnTo>
                <a:close/>
              </a:path>
              <a:path w="3972559" h="534035">
                <a:moveTo>
                  <a:pt x="2903601" y="184619"/>
                </a:moveTo>
                <a:lnTo>
                  <a:pt x="2900591" y="133299"/>
                </a:lnTo>
                <a:lnTo>
                  <a:pt x="2891078" y="91643"/>
                </a:lnTo>
                <a:lnTo>
                  <a:pt x="2849638" y="34759"/>
                </a:lnTo>
                <a:lnTo>
                  <a:pt x="2773426" y="8788"/>
                </a:lnTo>
                <a:lnTo>
                  <a:pt x="2720467" y="5791"/>
                </a:lnTo>
                <a:lnTo>
                  <a:pt x="2396452" y="5791"/>
                </a:lnTo>
                <a:lnTo>
                  <a:pt x="2396452" y="116598"/>
                </a:lnTo>
                <a:lnTo>
                  <a:pt x="2711869" y="116598"/>
                </a:lnTo>
                <a:lnTo>
                  <a:pt x="2741472" y="120408"/>
                </a:lnTo>
                <a:lnTo>
                  <a:pt x="2761411" y="132549"/>
                </a:lnTo>
                <a:lnTo>
                  <a:pt x="2772676" y="154063"/>
                </a:lnTo>
                <a:lnTo>
                  <a:pt x="2776220" y="186004"/>
                </a:lnTo>
                <a:lnTo>
                  <a:pt x="2776296" y="204444"/>
                </a:lnTo>
                <a:lnTo>
                  <a:pt x="2776220" y="309702"/>
                </a:lnTo>
                <a:lnTo>
                  <a:pt x="2776220" y="416344"/>
                </a:lnTo>
                <a:lnTo>
                  <a:pt x="2533675" y="416344"/>
                </a:lnTo>
                <a:lnTo>
                  <a:pt x="2518956" y="414210"/>
                </a:lnTo>
                <a:lnTo>
                  <a:pt x="2505646" y="406146"/>
                </a:lnTo>
                <a:lnTo>
                  <a:pt x="2495994" y="389699"/>
                </a:lnTo>
                <a:lnTo>
                  <a:pt x="2492273" y="362407"/>
                </a:lnTo>
                <a:lnTo>
                  <a:pt x="2495969" y="335216"/>
                </a:lnTo>
                <a:lnTo>
                  <a:pt x="2505570" y="319201"/>
                </a:lnTo>
                <a:lnTo>
                  <a:pt x="2518867" y="311619"/>
                </a:lnTo>
                <a:lnTo>
                  <a:pt x="2533675" y="309702"/>
                </a:lnTo>
                <a:lnTo>
                  <a:pt x="2776220" y="309702"/>
                </a:lnTo>
                <a:lnTo>
                  <a:pt x="2776220" y="204444"/>
                </a:lnTo>
                <a:lnTo>
                  <a:pt x="2514816" y="204444"/>
                </a:lnTo>
                <a:lnTo>
                  <a:pt x="2461145" y="210045"/>
                </a:lnTo>
                <a:lnTo>
                  <a:pt x="2419451" y="227215"/>
                </a:lnTo>
                <a:lnTo>
                  <a:pt x="2389708" y="256527"/>
                </a:lnTo>
                <a:lnTo>
                  <a:pt x="2371890" y="298551"/>
                </a:lnTo>
                <a:lnTo>
                  <a:pt x="2365946" y="353872"/>
                </a:lnTo>
                <a:lnTo>
                  <a:pt x="2365946" y="378561"/>
                </a:lnTo>
                <a:lnTo>
                  <a:pt x="2372106" y="435038"/>
                </a:lnTo>
                <a:lnTo>
                  <a:pt x="2390571" y="477177"/>
                </a:lnTo>
                <a:lnTo>
                  <a:pt x="2421407" y="506006"/>
                </a:lnTo>
                <a:lnTo>
                  <a:pt x="2464612" y="522554"/>
                </a:lnTo>
                <a:lnTo>
                  <a:pt x="2520226" y="527837"/>
                </a:lnTo>
                <a:lnTo>
                  <a:pt x="2903601" y="527837"/>
                </a:lnTo>
                <a:lnTo>
                  <a:pt x="2903601" y="416344"/>
                </a:lnTo>
                <a:lnTo>
                  <a:pt x="2903601" y="309702"/>
                </a:lnTo>
                <a:lnTo>
                  <a:pt x="2903601" y="184619"/>
                </a:lnTo>
                <a:close/>
              </a:path>
              <a:path w="3972559" h="534035">
                <a:moveTo>
                  <a:pt x="3421773" y="5791"/>
                </a:moveTo>
                <a:lnTo>
                  <a:pt x="2929445" y="5791"/>
                </a:lnTo>
                <a:lnTo>
                  <a:pt x="2929445" y="115011"/>
                </a:lnTo>
                <a:lnTo>
                  <a:pt x="3111258" y="115011"/>
                </a:lnTo>
                <a:lnTo>
                  <a:pt x="3111258" y="527761"/>
                </a:lnTo>
                <a:lnTo>
                  <a:pt x="3239884" y="527761"/>
                </a:lnTo>
                <a:lnTo>
                  <a:pt x="3239884" y="115011"/>
                </a:lnTo>
                <a:lnTo>
                  <a:pt x="3421773" y="115011"/>
                </a:lnTo>
                <a:lnTo>
                  <a:pt x="3421773" y="5791"/>
                </a:lnTo>
                <a:close/>
              </a:path>
              <a:path w="3972559" h="534035">
                <a:moveTo>
                  <a:pt x="3971950" y="184619"/>
                </a:moveTo>
                <a:lnTo>
                  <a:pt x="3968966" y="133299"/>
                </a:lnTo>
                <a:lnTo>
                  <a:pt x="3959479" y="91643"/>
                </a:lnTo>
                <a:lnTo>
                  <a:pt x="3918102" y="34759"/>
                </a:lnTo>
                <a:lnTo>
                  <a:pt x="3841877" y="8788"/>
                </a:lnTo>
                <a:lnTo>
                  <a:pt x="3788829" y="5791"/>
                </a:lnTo>
                <a:lnTo>
                  <a:pt x="3464877" y="5791"/>
                </a:lnTo>
                <a:lnTo>
                  <a:pt x="3464877" y="116598"/>
                </a:lnTo>
                <a:lnTo>
                  <a:pt x="3780498" y="116598"/>
                </a:lnTo>
                <a:lnTo>
                  <a:pt x="3810025" y="120408"/>
                </a:lnTo>
                <a:lnTo>
                  <a:pt x="3829964" y="132549"/>
                </a:lnTo>
                <a:lnTo>
                  <a:pt x="3841229" y="154063"/>
                </a:lnTo>
                <a:lnTo>
                  <a:pt x="3844785" y="186004"/>
                </a:lnTo>
                <a:lnTo>
                  <a:pt x="3844785" y="204444"/>
                </a:lnTo>
                <a:lnTo>
                  <a:pt x="3844785" y="309702"/>
                </a:lnTo>
                <a:lnTo>
                  <a:pt x="3844785" y="416344"/>
                </a:lnTo>
                <a:lnTo>
                  <a:pt x="3602101" y="416344"/>
                </a:lnTo>
                <a:lnTo>
                  <a:pt x="3587407" y="414210"/>
                </a:lnTo>
                <a:lnTo>
                  <a:pt x="3574097" y="406146"/>
                </a:lnTo>
                <a:lnTo>
                  <a:pt x="3564432" y="389699"/>
                </a:lnTo>
                <a:lnTo>
                  <a:pt x="3560699" y="362407"/>
                </a:lnTo>
                <a:lnTo>
                  <a:pt x="3564394" y="335216"/>
                </a:lnTo>
                <a:lnTo>
                  <a:pt x="3574008" y="319201"/>
                </a:lnTo>
                <a:lnTo>
                  <a:pt x="3587318" y="311619"/>
                </a:lnTo>
                <a:lnTo>
                  <a:pt x="3602101" y="309702"/>
                </a:lnTo>
                <a:lnTo>
                  <a:pt x="3844785" y="309702"/>
                </a:lnTo>
                <a:lnTo>
                  <a:pt x="3844785" y="204444"/>
                </a:lnTo>
                <a:lnTo>
                  <a:pt x="3583305" y="204444"/>
                </a:lnTo>
                <a:lnTo>
                  <a:pt x="3529634" y="210045"/>
                </a:lnTo>
                <a:lnTo>
                  <a:pt x="3487953" y="227215"/>
                </a:lnTo>
                <a:lnTo>
                  <a:pt x="3458197" y="256527"/>
                </a:lnTo>
                <a:lnTo>
                  <a:pt x="3440366" y="298551"/>
                </a:lnTo>
                <a:lnTo>
                  <a:pt x="3434435" y="353872"/>
                </a:lnTo>
                <a:lnTo>
                  <a:pt x="3434435" y="378561"/>
                </a:lnTo>
                <a:lnTo>
                  <a:pt x="3440595" y="435038"/>
                </a:lnTo>
                <a:lnTo>
                  <a:pt x="3459086" y="477177"/>
                </a:lnTo>
                <a:lnTo>
                  <a:pt x="3489909" y="506006"/>
                </a:lnTo>
                <a:lnTo>
                  <a:pt x="3533089" y="522554"/>
                </a:lnTo>
                <a:lnTo>
                  <a:pt x="3588651" y="527837"/>
                </a:lnTo>
                <a:lnTo>
                  <a:pt x="3971950" y="527837"/>
                </a:lnTo>
                <a:lnTo>
                  <a:pt x="3971950" y="416344"/>
                </a:lnTo>
                <a:lnTo>
                  <a:pt x="3971950" y="309702"/>
                </a:lnTo>
                <a:lnTo>
                  <a:pt x="3971950" y="184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02920"/>
            <a:ext cx="11457432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 err="1">
                <a:solidFill>
                  <a:srgbClr val="FFFFFF"/>
                </a:solidFill>
              </a:rPr>
              <a:t>Funcionalidades</a:t>
            </a:r>
            <a:endParaRPr sz="36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>
                <a:solidFill>
                  <a:srgbClr val="008BD4"/>
                </a:solidFill>
              </a:rPr>
              <a:t>Cuatro capacidades operativas integradas</a:t>
            </a:r>
            <a:r>
              <a:rPr sz="2000" b="0" i="1" dirty="0" err="1">
                <a:solidFill>
                  <a:srgbClr val="008BD4"/>
                </a:solidFill>
              </a:rPr>
              <a:t/>
            </a:r>
            <a:r>
              <a:rPr sz="2000" b="0" i="1" dirty="0">
                <a:solidFill>
                  <a:srgbClr val="008BD4"/>
                </a:solidFill>
              </a:rPr>
              <a:t/>
            </a:r>
            <a:r>
              <a:rPr sz="2000" b="0" i="1" dirty="0" err="1">
                <a:solidFill>
                  <a:srgbClr val="008BD4"/>
                </a:solidFill>
              </a:rPr>
              <a:t/>
            </a:r>
            <a:r>
              <a:rPr sz="2000" b="0" i="1" dirty="0">
                <a:solidFill>
                  <a:srgbClr val="008BD4"/>
                </a:solidFill>
              </a:rPr>
              <a:t/>
            </a:r>
            <a:r>
              <a:rPr sz="2000" b="0" i="1" dirty="0" err="1">
                <a:solidFill>
                  <a:srgbClr val="008BD4"/>
                </a:solidFill>
              </a:rPr>
              <a:t/>
            </a:r>
            <a:endParaRPr sz="2000" b="0" i="1" dirty="0">
              <a:solidFill>
                <a:srgbClr val="008BD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0040" y="1828800"/>
            <a:ext cx="3749039" cy="47548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828800"/>
            <a:ext cx="3749039" cy="731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008BD4"/>
                </a:solidFill>
              </a:rPr>
              <a:t>1. Health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474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CCCCCC"/>
                </a:solidFill>
              </a:rPr>
              <a:t>Verifica</a:t>
            </a:r>
            <a:r>
              <a:rPr b="0" i="0" dirty="0">
                <a:solidFill>
                  <a:srgbClr val="CCCCCC"/>
                </a:solidFill>
              </a:rPr>
              <a:t> CPU, RAM y/o Disco de un </a:t>
            </a:r>
            <a:r>
              <a:rPr b="0" i="0" dirty="0" err="1">
                <a:solidFill>
                  <a:srgbClr val="CCCCCC"/>
                </a:solidFill>
              </a:rPr>
              <a:t>servidor</a:t>
            </a:r>
            <a:r>
              <a:rPr b="0" i="0" dirty="0">
                <a:solidFill>
                  <a:srgbClr val="CCCCCC"/>
                </a:solidFill>
              </a:rPr>
              <a:t> o </a:t>
            </a:r>
            <a:r>
              <a:rPr b="0" i="0" dirty="0" err="1">
                <a:solidFill>
                  <a:srgbClr val="CCCCCC"/>
                </a:solidFill>
              </a:rPr>
              <a:t>grupo</a:t>
            </a:r>
            <a:r>
              <a:rPr b="0" i="0" dirty="0">
                <a:solidFill>
                  <a:srgbClr val="CCCCCC"/>
                </a:solidFill>
              </a:rPr>
              <a:t>
</a:t>
            </a:r>
            <a:r>
              <a:rPr b="0" i="0" dirty="0" err="1">
                <a:solidFill>
                  <a:srgbClr val="CCCCCC"/>
                </a:solidFill>
              </a:rPr>
              <a:t>Filtrado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selectivo</a:t>
            </a:r>
            <a:r>
              <a:rPr b="0" i="0" dirty="0">
                <a:solidFill>
                  <a:srgbClr val="CCCCCC"/>
                </a:solidFill>
              </a:rPr>
              <a:t>: </a:t>
            </a:r>
            <a:r>
              <a:rPr b="0" i="0" dirty="0" err="1">
                <a:solidFill>
                  <a:srgbClr val="CCCCCC"/>
                </a:solidFill>
              </a:rPr>
              <a:t>pide</a:t>
            </a:r>
            <a:r>
              <a:rPr b="0" i="0" dirty="0">
                <a:solidFill>
                  <a:srgbClr val="CCCCCC"/>
                </a:solidFill>
              </a:rPr>
              <a:t> solo lo </a:t>
            </a:r>
            <a:r>
              <a:rPr b="0" i="0" dirty="0" err="1">
                <a:solidFill>
                  <a:srgbClr val="CCCCCC"/>
                </a:solidFill>
              </a:rPr>
              <a:t>que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necesitas</a:t>
            </a:r>
            <a:r>
              <a:rPr b="0" i="0" dirty="0">
                <a:solidFill>
                  <a:srgbClr val="CCCCCC"/>
                </a:solidFill>
              </a:rPr>
              <a:t>
</a:t>
            </a:r>
            <a:r>
              <a:rPr b="0" i="0" dirty="0" err="1">
                <a:solidFill>
                  <a:srgbClr val="CCCCCC"/>
                </a:solidFill>
              </a:rPr>
              <a:t>Umbrales</a:t>
            </a:r>
            <a:r>
              <a:rPr b="0" i="0" dirty="0">
                <a:solidFill>
                  <a:srgbClr val="CCCCCC"/>
                </a:solidFill>
              </a:rPr>
              <a:t>: Verde &lt;70%  Amarillo 70-84%  Rojo &gt;=85%
</a:t>
            </a:r>
            <a:r>
              <a:rPr b="0" i="0" dirty="0" err="1">
                <a:solidFill>
                  <a:srgbClr val="CCCCCC"/>
                </a:solidFill>
              </a:rPr>
              <a:t>Soporta</a:t>
            </a:r>
            <a:r>
              <a:rPr b="0" i="0" dirty="0">
                <a:solidFill>
                  <a:srgbClr val="CCCCCC"/>
                </a:solidFill>
              </a:rPr>
              <a:t> ambientes </a:t>
            </a:r>
            <a:r>
              <a:rPr b="0" i="0" dirty="0" err="1">
                <a:solidFill>
                  <a:srgbClr val="CCCCCC"/>
                </a:solidFill>
              </a:rPr>
              <a:t>completos</a:t>
            </a:r>
            <a:r>
              <a:rPr b="0" i="0" dirty="0">
                <a:solidFill>
                  <a:srgbClr val="CCCCCC"/>
                </a:solidFill>
              </a:rPr>
              <a:t> y vista de </a:t>
            </a:r>
            <a:r>
              <a:rPr b="0" i="0" dirty="0" err="1">
                <a:solidFill>
                  <a:srgbClr val="CCCCCC"/>
                </a:solidFill>
              </a:rPr>
              <a:t>criticos</a:t>
            </a:r>
            <a:r>
              <a:rPr b="0" i="0" dirty="0">
                <a:solidFill>
                  <a:srgbClr val="CCCCCC"/>
                </a:solidFill>
              </a:rPr>
              <a:t>
"</a:t>
            </a:r>
            <a:r>
              <a:rPr b="0" i="0" dirty="0" err="1">
                <a:solidFill>
                  <a:srgbClr val="CCCCCC"/>
                </a:solidFill>
              </a:rPr>
              <a:t>como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esta</a:t>
            </a:r>
            <a:r>
              <a:rPr b="0" i="0" dirty="0">
                <a:solidFill>
                  <a:srgbClr val="CCCCCC"/>
                </a:solidFill>
              </a:rPr>
              <a:t> ol9server1"
"dame la RAM de ol9server1"
"</a:t>
            </a:r>
            <a:r>
              <a:rPr b="0" i="0" dirty="0" err="1">
                <a:solidFill>
                  <a:srgbClr val="CCCCCC"/>
                </a:solidFill>
              </a:rPr>
              <a:t>criticos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en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produccion</a:t>
            </a:r>
            <a:r>
              <a:rPr b="0" i="0" dirty="0">
                <a:solidFill>
                  <a:srgbClr val="CCCCCC"/>
                </a:solidFill>
              </a:rPr>
              <a:t>"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828800"/>
            <a:ext cx="3749039" cy="47548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79392" y="1828800"/>
            <a:ext cx="3749039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92024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8A745"/>
                </a:solidFill>
              </a:rPr>
              <a:t>2. Log 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3774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Escanea logs de sistema y aplicacion
Ventana de tiempo configurable (default 2h)
Busqueda por severidad (ERROR / WARN) o keyword
Soporta grupos de servidores completos
"hay errores en ol9server1"
"busca OutOfMemory en WEBLOGIC_PDN"
"errores en produccion ultima hora"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38744" y="1828800"/>
            <a:ext cx="3749039" cy="475488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38744" y="1828800"/>
            <a:ext cx="3749039" cy="7315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21624" y="192024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500"/>
                </a:solidFill>
              </a:rPr>
              <a:t>3. Remediador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2377440"/>
            <a:ext cx="3474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CCCCCC"/>
                </a:solidFill>
              </a:rPr>
              <a:t>Diagnostica y/o corrige CPU, RAM y Disco
Siempre captura metricas ANTES y DESPUES
Auto-deteccion: actua solo sobre lo que esta critico
Excluye servicios criticos del sistema del kill
"arregla ol9server1"   (auto-detect)
"limpia el disco de ol9server1"
"libera RAM de ol9server1"</a:t>
            </a:r>
          </a:p>
        </p:txBody>
      </p:sp>
      <p:sp>
        <p:nvSpPr>
          <p:cNvPr id="17" name="object 10">
            <a:extLst>
              <a:ext uri="{FF2B5EF4-FFF2-40B4-BE49-F238E27FC236}">
                <a16:creationId xmlns:a16="http://schemas.microsoft.com/office/drawing/2014/main" id="{98F58AE4-B370-35AA-CC5F-3B2E17C7D959}"/>
              </a:ext>
            </a:extLst>
          </p:cNvPr>
          <p:cNvSpPr/>
          <p:nvPr/>
        </p:nvSpPr>
        <p:spPr>
          <a:xfrm>
            <a:off x="10030022" y="6236395"/>
            <a:ext cx="1765738" cy="237370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00" y="5613"/>
                </a:moveTo>
                <a:lnTo>
                  <a:pt x="431761" y="5613"/>
                </a:lnTo>
                <a:lnTo>
                  <a:pt x="431761" y="331304"/>
                </a:lnTo>
                <a:lnTo>
                  <a:pt x="432028" y="350342"/>
                </a:lnTo>
                <a:lnTo>
                  <a:pt x="433705" y="396278"/>
                </a:lnTo>
                <a:lnTo>
                  <a:pt x="434060" y="402094"/>
                </a:lnTo>
                <a:lnTo>
                  <a:pt x="433705" y="407365"/>
                </a:lnTo>
                <a:lnTo>
                  <a:pt x="426986" y="411111"/>
                </a:lnTo>
                <a:lnTo>
                  <a:pt x="423227" y="407847"/>
                </a:lnTo>
                <a:lnTo>
                  <a:pt x="420814" y="403555"/>
                </a:lnTo>
                <a:lnTo>
                  <a:pt x="329793" y="241185"/>
                </a:lnTo>
                <a:lnTo>
                  <a:pt x="295503" y="180492"/>
                </a:lnTo>
                <a:lnTo>
                  <a:pt x="264109" y="125412"/>
                </a:lnTo>
                <a:lnTo>
                  <a:pt x="239356" y="82778"/>
                </a:lnTo>
                <a:lnTo>
                  <a:pt x="205511" y="35331"/>
                </a:lnTo>
                <a:lnTo>
                  <a:pt x="152412" y="4343"/>
                </a:lnTo>
                <a:lnTo>
                  <a:pt x="114757" y="0"/>
                </a:lnTo>
                <a:lnTo>
                  <a:pt x="82638" y="3149"/>
                </a:lnTo>
                <a:lnTo>
                  <a:pt x="51650" y="14960"/>
                </a:lnTo>
                <a:lnTo>
                  <a:pt x="25247" y="38950"/>
                </a:lnTo>
                <a:lnTo>
                  <a:pt x="6883" y="78676"/>
                </a:lnTo>
                <a:lnTo>
                  <a:pt x="0" y="137642"/>
                </a:lnTo>
                <a:lnTo>
                  <a:pt x="0" y="528027"/>
                </a:lnTo>
                <a:lnTo>
                  <a:pt x="126885" y="528027"/>
                </a:lnTo>
                <a:lnTo>
                  <a:pt x="126885" y="202476"/>
                </a:lnTo>
                <a:lnTo>
                  <a:pt x="126631" y="183451"/>
                </a:lnTo>
                <a:lnTo>
                  <a:pt x="124739" y="131737"/>
                </a:lnTo>
                <a:lnTo>
                  <a:pt x="125006" y="126276"/>
                </a:lnTo>
                <a:lnTo>
                  <a:pt x="131800" y="122669"/>
                </a:lnTo>
                <a:lnTo>
                  <a:pt x="135407" y="125920"/>
                </a:lnTo>
                <a:lnTo>
                  <a:pt x="192011" y="228053"/>
                </a:lnTo>
                <a:lnTo>
                  <a:pt x="224028" y="285483"/>
                </a:lnTo>
                <a:lnTo>
                  <a:pt x="257517" y="345020"/>
                </a:lnTo>
                <a:lnTo>
                  <a:pt x="289166" y="400469"/>
                </a:lnTo>
                <a:lnTo>
                  <a:pt x="315645" y="445643"/>
                </a:lnTo>
                <a:lnTo>
                  <a:pt x="353212" y="498436"/>
                </a:lnTo>
                <a:lnTo>
                  <a:pt x="406311" y="529590"/>
                </a:lnTo>
                <a:lnTo>
                  <a:pt x="443979" y="533984"/>
                </a:lnTo>
                <a:lnTo>
                  <a:pt x="476072" y="530796"/>
                </a:lnTo>
                <a:lnTo>
                  <a:pt x="507072" y="518934"/>
                </a:lnTo>
                <a:lnTo>
                  <a:pt x="533501" y="494855"/>
                </a:lnTo>
                <a:lnTo>
                  <a:pt x="551891" y="455091"/>
                </a:lnTo>
                <a:lnTo>
                  <a:pt x="558800" y="396138"/>
                </a:lnTo>
                <a:lnTo>
                  <a:pt x="558800" y="5613"/>
                </a:lnTo>
                <a:close/>
              </a:path>
              <a:path w="3972559" h="534035">
                <a:moveTo>
                  <a:pt x="1094435" y="5791"/>
                </a:moveTo>
                <a:lnTo>
                  <a:pt x="602259" y="5791"/>
                </a:lnTo>
                <a:lnTo>
                  <a:pt x="602259" y="115011"/>
                </a:lnTo>
                <a:lnTo>
                  <a:pt x="783996" y="115011"/>
                </a:lnTo>
                <a:lnTo>
                  <a:pt x="783996" y="527761"/>
                </a:lnTo>
                <a:lnTo>
                  <a:pt x="912698" y="527761"/>
                </a:lnTo>
                <a:lnTo>
                  <a:pt x="912698" y="115011"/>
                </a:lnTo>
                <a:lnTo>
                  <a:pt x="1094435" y="115011"/>
                </a:lnTo>
                <a:lnTo>
                  <a:pt x="1094435" y="5791"/>
                </a:lnTo>
                <a:close/>
              </a:path>
              <a:path w="3972559" h="534035">
                <a:moveTo>
                  <a:pt x="1627568" y="5791"/>
                </a:moveTo>
                <a:lnTo>
                  <a:pt x="1135405" y="5791"/>
                </a:lnTo>
                <a:lnTo>
                  <a:pt x="1135405" y="115011"/>
                </a:lnTo>
                <a:lnTo>
                  <a:pt x="1317066" y="115011"/>
                </a:lnTo>
                <a:lnTo>
                  <a:pt x="1317066" y="527761"/>
                </a:lnTo>
                <a:lnTo>
                  <a:pt x="1445895" y="527761"/>
                </a:lnTo>
                <a:lnTo>
                  <a:pt x="1445895" y="115011"/>
                </a:lnTo>
                <a:lnTo>
                  <a:pt x="1627568" y="115011"/>
                </a:lnTo>
                <a:lnTo>
                  <a:pt x="1627568" y="5791"/>
                </a:lnTo>
                <a:close/>
              </a:path>
              <a:path w="3972559" h="534035">
                <a:moveTo>
                  <a:pt x="2315997" y="188772"/>
                </a:moveTo>
                <a:lnTo>
                  <a:pt x="2312428" y="135509"/>
                </a:lnTo>
                <a:lnTo>
                  <a:pt x="2307742" y="117017"/>
                </a:lnTo>
                <a:lnTo>
                  <a:pt x="2301557" y="92595"/>
                </a:lnTo>
                <a:lnTo>
                  <a:pt x="2283104" y="59258"/>
                </a:lnTo>
                <a:lnTo>
                  <a:pt x="2256853" y="34683"/>
                </a:lnTo>
                <a:lnTo>
                  <a:pt x="2222525" y="18097"/>
                </a:lnTo>
                <a:lnTo>
                  <a:pt x="2184603" y="9766"/>
                </a:lnTo>
                <a:lnTo>
                  <a:pt x="2184603" y="186474"/>
                </a:lnTo>
                <a:lnTo>
                  <a:pt x="2184603" y="347281"/>
                </a:lnTo>
                <a:lnTo>
                  <a:pt x="2181034" y="379285"/>
                </a:lnTo>
                <a:lnTo>
                  <a:pt x="2169706" y="400824"/>
                </a:lnTo>
                <a:lnTo>
                  <a:pt x="2149703" y="412953"/>
                </a:lnTo>
                <a:lnTo>
                  <a:pt x="2120125" y="416763"/>
                </a:lnTo>
                <a:lnTo>
                  <a:pt x="1912785" y="416763"/>
                </a:lnTo>
                <a:lnTo>
                  <a:pt x="1912785" y="117017"/>
                </a:lnTo>
                <a:lnTo>
                  <a:pt x="2120125" y="117017"/>
                </a:lnTo>
                <a:lnTo>
                  <a:pt x="2149703" y="120827"/>
                </a:lnTo>
                <a:lnTo>
                  <a:pt x="2169706" y="132969"/>
                </a:lnTo>
                <a:lnTo>
                  <a:pt x="2181034" y="154508"/>
                </a:lnTo>
                <a:lnTo>
                  <a:pt x="2184603" y="186474"/>
                </a:lnTo>
                <a:lnTo>
                  <a:pt x="2184603" y="9766"/>
                </a:lnTo>
                <a:lnTo>
                  <a:pt x="2179878" y="8724"/>
                </a:lnTo>
                <a:lnTo>
                  <a:pt x="2128647" y="5778"/>
                </a:lnTo>
                <a:lnTo>
                  <a:pt x="1784096" y="5778"/>
                </a:lnTo>
                <a:lnTo>
                  <a:pt x="1784096" y="527837"/>
                </a:lnTo>
                <a:lnTo>
                  <a:pt x="2134616" y="527837"/>
                </a:lnTo>
                <a:lnTo>
                  <a:pt x="2188083" y="524002"/>
                </a:lnTo>
                <a:lnTo>
                  <a:pt x="2230882" y="512546"/>
                </a:lnTo>
                <a:lnTo>
                  <a:pt x="2288032" y="467258"/>
                </a:lnTo>
                <a:lnTo>
                  <a:pt x="2307894" y="416763"/>
                </a:lnTo>
                <a:lnTo>
                  <a:pt x="2313190" y="392849"/>
                </a:lnTo>
                <a:lnTo>
                  <a:pt x="2315997" y="344995"/>
                </a:lnTo>
                <a:lnTo>
                  <a:pt x="2315997" y="188772"/>
                </a:lnTo>
                <a:close/>
              </a:path>
              <a:path w="3972559" h="534035">
                <a:moveTo>
                  <a:pt x="2903601" y="184619"/>
                </a:moveTo>
                <a:lnTo>
                  <a:pt x="2900591" y="133299"/>
                </a:lnTo>
                <a:lnTo>
                  <a:pt x="2891078" y="91643"/>
                </a:lnTo>
                <a:lnTo>
                  <a:pt x="2849638" y="34759"/>
                </a:lnTo>
                <a:lnTo>
                  <a:pt x="2773426" y="8788"/>
                </a:lnTo>
                <a:lnTo>
                  <a:pt x="2720467" y="5791"/>
                </a:lnTo>
                <a:lnTo>
                  <a:pt x="2396452" y="5791"/>
                </a:lnTo>
                <a:lnTo>
                  <a:pt x="2396452" y="116598"/>
                </a:lnTo>
                <a:lnTo>
                  <a:pt x="2711869" y="116598"/>
                </a:lnTo>
                <a:lnTo>
                  <a:pt x="2741472" y="120408"/>
                </a:lnTo>
                <a:lnTo>
                  <a:pt x="2761411" y="132549"/>
                </a:lnTo>
                <a:lnTo>
                  <a:pt x="2772676" y="154063"/>
                </a:lnTo>
                <a:lnTo>
                  <a:pt x="2776220" y="186004"/>
                </a:lnTo>
                <a:lnTo>
                  <a:pt x="2776296" y="204444"/>
                </a:lnTo>
                <a:lnTo>
                  <a:pt x="2776220" y="309702"/>
                </a:lnTo>
                <a:lnTo>
                  <a:pt x="2776220" y="416344"/>
                </a:lnTo>
                <a:lnTo>
                  <a:pt x="2533675" y="416344"/>
                </a:lnTo>
                <a:lnTo>
                  <a:pt x="2518956" y="414210"/>
                </a:lnTo>
                <a:lnTo>
                  <a:pt x="2505646" y="406146"/>
                </a:lnTo>
                <a:lnTo>
                  <a:pt x="2495994" y="389699"/>
                </a:lnTo>
                <a:lnTo>
                  <a:pt x="2492273" y="362407"/>
                </a:lnTo>
                <a:lnTo>
                  <a:pt x="2495969" y="335216"/>
                </a:lnTo>
                <a:lnTo>
                  <a:pt x="2505570" y="319201"/>
                </a:lnTo>
                <a:lnTo>
                  <a:pt x="2518867" y="311619"/>
                </a:lnTo>
                <a:lnTo>
                  <a:pt x="2533675" y="309702"/>
                </a:lnTo>
                <a:lnTo>
                  <a:pt x="2776220" y="309702"/>
                </a:lnTo>
                <a:lnTo>
                  <a:pt x="2776220" y="204444"/>
                </a:lnTo>
                <a:lnTo>
                  <a:pt x="2514816" y="204444"/>
                </a:lnTo>
                <a:lnTo>
                  <a:pt x="2461145" y="210045"/>
                </a:lnTo>
                <a:lnTo>
                  <a:pt x="2419451" y="227215"/>
                </a:lnTo>
                <a:lnTo>
                  <a:pt x="2389708" y="256527"/>
                </a:lnTo>
                <a:lnTo>
                  <a:pt x="2371890" y="298551"/>
                </a:lnTo>
                <a:lnTo>
                  <a:pt x="2365946" y="353872"/>
                </a:lnTo>
                <a:lnTo>
                  <a:pt x="2365946" y="378561"/>
                </a:lnTo>
                <a:lnTo>
                  <a:pt x="2372106" y="435038"/>
                </a:lnTo>
                <a:lnTo>
                  <a:pt x="2390571" y="477177"/>
                </a:lnTo>
                <a:lnTo>
                  <a:pt x="2421407" y="506006"/>
                </a:lnTo>
                <a:lnTo>
                  <a:pt x="2464612" y="522554"/>
                </a:lnTo>
                <a:lnTo>
                  <a:pt x="2520226" y="527837"/>
                </a:lnTo>
                <a:lnTo>
                  <a:pt x="2903601" y="527837"/>
                </a:lnTo>
                <a:lnTo>
                  <a:pt x="2903601" y="416344"/>
                </a:lnTo>
                <a:lnTo>
                  <a:pt x="2903601" y="309702"/>
                </a:lnTo>
                <a:lnTo>
                  <a:pt x="2903601" y="184619"/>
                </a:lnTo>
                <a:close/>
              </a:path>
              <a:path w="3972559" h="534035">
                <a:moveTo>
                  <a:pt x="3421773" y="5791"/>
                </a:moveTo>
                <a:lnTo>
                  <a:pt x="2929445" y="5791"/>
                </a:lnTo>
                <a:lnTo>
                  <a:pt x="2929445" y="115011"/>
                </a:lnTo>
                <a:lnTo>
                  <a:pt x="3111258" y="115011"/>
                </a:lnTo>
                <a:lnTo>
                  <a:pt x="3111258" y="527761"/>
                </a:lnTo>
                <a:lnTo>
                  <a:pt x="3239884" y="527761"/>
                </a:lnTo>
                <a:lnTo>
                  <a:pt x="3239884" y="115011"/>
                </a:lnTo>
                <a:lnTo>
                  <a:pt x="3421773" y="115011"/>
                </a:lnTo>
                <a:lnTo>
                  <a:pt x="3421773" y="5791"/>
                </a:lnTo>
                <a:close/>
              </a:path>
              <a:path w="3972559" h="534035">
                <a:moveTo>
                  <a:pt x="3971950" y="184619"/>
                </a:moveTo>
                <a:lnTo>
                  <a:pt x="3968966" y="133299"/>
                </a:lnTo>
                <a:lnTo>
                  <a:pt x="3959479" y="91643"/>
                </a:lnTo>
                <a:lnTo>
                  <a:pt x="3918102" y="34759"/>
                </a:lnTo>
                <a:lnTo>
                  <a:pt x="3841877" y="8788"/>
                </a:lnTo>
                <a:lnTo>
                  <a:pt x="3788829" y="5791"/>
                </a:lnTo>
                <a:lnTo>
                  <a:pt x="3464877" y="5791"/>
                </a:lnTo>
                <a:lnTo>
                  <a:pt x="3464877" y="116598"/>
                </a:lnTo>
                <a:lnTo>
                  <a:pt x="3780498" y="116598"/>
                </a:lnTo>
                <a:lnTo>
                  <a:pt x="3810025" y="120408"/>
                </a:lnTo>
                <a:lnTo>
                  <a:pt x="3829964" y="132549"/>
                </a:lnTo>
                <a:lnTo>
                  <a:pt x="3841229" y="154063"/>
                </a:lnTo>
                <a:lnTo>
                  <a:pt x="3844785" y="186004"/>
                </a:lnTo>
                <a:lnTo>
                  <a:pt x="3844785" y="204444"/>
                </a:lnTo>
                <a:lnTo>
                  <a:pt x="3844785" y="309702"/>
                </a:lnTo>
                <a:lnTo>
                  <a:pt x="3844785" y="416344"/>
                </a:lnTo>
                <a:lnTo>
                  <a:pt x="3602101" y="416344"/>
                </a:lnTo>
                <a:lnTo>
                  <a:pt x="3587407" y="414210"/>
                </a:lnTo>
                <a:lnTo>
                  <a:pt x="3574097" y="406146"/>
                </a:lnTo>
                <a:lnTo>
                  <a:pt x="3564432" y="389699"/>
                </a:lnTo>
                <a:lnTo>
                  <a:pt x="3560699" y="362407"/>
                </a:lnTo>
                <a:lnTo>
                  <a:pt x="3564394" y="335216"/>
                </a:lnTo>
                <a:lnTo>
                  <a:pt x="3574008" y="319201"/>
                </a:lnTo>
                <a:lnTo>
                  <a:pt x="3587318" y="311619"/>
                </a:lnTo>
                <a:lnTo>
                  <a:pt x="3602101" y="309702"/>
                </a:lnTo>
                <a:lnTo>
                  <a:pt x="3844785" y="309702"/>
                </a:lnTo>
                <a:lnTo>
                  <a:pt x="3844785" y="204444"/>
                </a:lnTo>
                <a:lnTo>
                  <a:pt x="3583305" y="204444"/>
                </a:lnTo>
                <a:lnTo>
                  <a:pt x="3529634" y="210045"/>
                </a:lnTo>
                <a:lnTo>
                  <a:pt x="3487953" y="227215"/>
                </a:lnTo>
                <a:lnTo>
                  <a:pt x="3458197" y="256527"/>
                </a:lnTo>
                <a:lnTo>
                  <a:pt x="3440366" y="298551"/>
                </a:lnTo>
                <a:lnTo>
                  <a:pt x="3434435" y="353872"/>
                </a:lnTo>
                <a:lnTo>
                  <a:pt x="3434435" y="378561"/>
                </a:lnTo>
                <a:lnTo>
                  <a:pt x="3440595" y="435038"/>
                </a:lnTo>
                <a:lnTo>
                  <a:pt x="3459086" y="477177"/>
                </a:lnTo>
                <a:lnTo>
                  <a:pt x="3489909" y="506006"/>
                </a:lnTo>
                <a:lnTo>
                  <a:pt x="3533089" y="522554"/>
                </a:lnTo>
                <a:lnTo>
                  <a:pt x="3588651" y="527837"/>
                </a:lnTo>
                <a:lnTo>
                  <a:pt x="3971950" y="527837"/>
                </a:lnTo>
                <a:lnTo>
                  <a:pt x="3971950" y="416344"/>
                </a:lnTo>
                <a:lnTo>
                  <a:pt x="3971950" y="309702"/>
                </a:lnTo>
                <a:lnTo>
                  <a:pt x="3971950" y="184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2033504" y="1920240"/>
            <a:ext cx="3474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>
                <a:solidFill>
                  <a:srgbClr val="00B0F0"/>
                </a:solidFill>
              </a:rPr>
              <a:t>4. Inventory Query</a:t>
            </a:r>
          </a:p>
          <a:p>
            <a:pPr algn="l"/>
            <a:r>
              <a:rPr lang="es-CO" dirty="0"/>
              <a:t>Consultas NL sobre inventario sin AWX ni SSH</a:t>
            </a:r>
          </a:p>
          <a:p>
            <a:pPr algn="l"/>
            <a:r>
              <a:rPr lang="es-CO" dirty="0"/>
              <a:t>Respuesta en &lt; 1 segundo (no requiere job)</a:t>
            </a:r>
          </a:p>
          <a:p>
            <a:pPr algn="l"/>
            <a:r>
              <a:rPr lang="es-CO" dirty="0"/>
              <a:t>Inventario dummy: 63 hosts · 6 apps · 3 ambientes</a:t>
            </a:r>
          </a:p>
          <a:p>
            <a:pPr algn="l"/>
            <a:r>
              <a:rPr lang="es-CO" dirty="0"/>
              <a:t/>
            </a:r>
          </a:p>
          <a:p>
            <a:pPr algn="l"/>
            <a:r>
              <a:rPr lang="es-CO" dirty="0" i="1"/>
              <a:t>"cuantas maquinas tiene produccion"</a:t>
            </a:r>
          </a:p>
          <a:p>
            <a:pPr algn="l"/>
            <a:r>
              <a:rPr lang="es-CO" dirty="0" i="1"/>
              <a:t>"dame la lista de servidores de desarrollo"</a:t>
            </a:r>
          </a:p>
          <a:p>
            <a:pPr algn="l"/>
            <a:r>
              <a:rPr lang="es-CO" dirty="0" i="1"/>
              <a:t>"en que grupo esta SGWLSAPPP01"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02920"/>
            <a:ext cx="11457432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 err="1">
                <a:solidFill>
                  <a:srgbClr val="008BD4"/>
                </a:solidFill>
              </a:rPr>
              <a:t>Flujo</a:t>
            </a:r>
            <a:r>
              <a:rPr b="0" i="1" dirty="0">
                <a:solidFill>
                  <a:srgbClr val="008BD4"/>
                </a:solidFill>
              </a:rPr>
              <a:t> de un </a:t>
            </a:r>
            <a:r>
              <a:rPr b="0" i="1" dirty="0" err="1">
                <a:solidFill>
                  <a:srgbClr val="008BD4"/>
                </a:solidFill>
              </a:rPr>
              <a:t>mensaje</a:t>
            </a:r>
            <a:r>
              <a:rPr b="0" i="1" dirty="0">
                <a:solidFill>
                  <a:srgbClr val="008BD4"/>
                </a:solidFill>
              </a:rPr>
              <a:t> — de Teams al </a:t>
            </a:r>
            <a:r>
              <a:rPr b="0" i="1" dirty="0" err="1">
                <a:solidFill>
                  <a:srgbClr val="008BD4"/>
                </a:solidFill>
              </a:rPr>
              <a:t>servidor</a:t>
            </a:r>
            <a:endParaRPr b="0" i="1" dirty="0">
              <a:solidFill>
                <a:srgbClr val="008BD4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94560" y="1691640"/>
            <a:ext cx="777240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94560" y="1691640"/>
            <a:ext cx="109728" cy="685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23160" y="1737360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D4"/>
                </a:solidFill>
              </a:rPr>
              <a:t>Microsoft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3911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BBBBBB"/>
                </a:solidFill>
              </a:rPr>
              <a:t>Operador escribe frase en canal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386584"/>
            <a:ext cx="365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BD4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542032"/>
            <a:ext cx="777240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94560" y="2542032"/>
            <a:ext cx="109728" cy="6858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2587752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6B46C1"/>
                </a:solidFill>
              </a:rPr>
              <a:t>Tunnel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88950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BBBBBB"/>
                </a:solidFill>
              </a:rPr>
              <a:t>Expone</a:t>
            </a:r>
            <a:r>
              <a:rPr b="0" i="0" dirty="0">
                <a:solidFill>
                  <a:srgbClr val="BBBBBB"/>
                </a:solidFill>
              </a:rPr>
              <a:t> webhook de forma </a:t>
            </a:r>
            <a:r>
              <a:rPr b="0" i="0" dirty="0" err="1">
                <a:solidFill>
                  <a:srgbClr val="BBBBBB"/>
                </a:solidFill>
              </a:rPr>
              <a:t>segura</a:t>
            </a:r>
            <a:endParaRPr b="0" i="0" dirty="0">
              <a:solidFill>
                <a:srgbClr val="BBBBBB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2160" y="3236976"/>
            <a:ext cx="365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BD4"/>
                </a:solidFill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3392424"/>
            <a:ext cx="777240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94560" y="3392424"/>
            <a:ext cx="109728" cy="6858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23160" y="3438144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D4"/>
                </a:solidFill>
              </a:rPr>
              <a:t>FastAPI + NLU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3739896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BBBBB"/>
                </a:solidFill>
              </a:rPr>
              <a:t>Valida HMAC · </a:t>
            </a:r>
            <a:r>
              <a:rPr b="0" i="0" dirty="0" err="1">
                <a:solidFill>
                  <a:srgbClr val="BBBBBB"/>
                </a:solidFill>
              </a:rPr>
              <a:t>Interpreta</a:t>
            </a:r>
            <a:r>
              <a:rPr b="0" i="0" dirty="0">
                <a:solidFill>
                  <a:srgbClr val="BBBBBB"/>
                </a:solidFill>
              </a:rPr>
              <a:t> </a:t>
            </a:r>
            <a:r>
              <a:rPr lang="es-CO" b="0" i="0" dirty="0">
                <a:solidFill>
                  <a:srgbClr val="BBBBBB"/>
                </a:solidFill>
              </a:rPr>
              <a:t>LLM</a:t>
            </a:r>
            <a:r>
              <a:rPr b="0" i="0" dirty="0">
                <a:solidFill>
                  <a:srgbClr val="BBBBBB"/>
                </a:solidFill>
              </a:rPr>
              <a:t>· </a:t>
            </a:r>
            <a:r>
              <a:rPr b="0" i="0" dirty="0" err="1">
                <a:solidFill>
                  <a:srgbClr val="BBBBBB"/>
                </a:solidFill>
              </a:rPr>
              <a:t>Despacha</a:t>
            </a:r>
            <a:r>
              <a:rPr b="0" i="0" dirty="0">
                <a:solidFill>
                  <a:srgbClr val="BBBBBB"/>
                </a:solidFill>
              </a:rPr>
              <a:t> 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087368"/>
            <a:ext cx="365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BD4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4242816"/>
            <a:ext cx="777240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94560" y="4242816"/>
            <a:ext cx="109728" cy="68580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423160" y="4288536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200"/>
                </a:solidFill>
              </a:rPr>
              <a:t>AAP / AWX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590288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>
                <a:solidFill>
                  <a:srgbClr val="BBBBBB"/>
                </a:solidFill>
              </a:rPr>
              <a:t>Lanza Job Template · Ejecuta Playbook Ansible en servidor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937760"/>
            <a:ext cx="3657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8BD4"/>
                </a:solidFill>
              </a:rPr>
              <a:t>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093208"/>
            <a:ext cx="7772400" cy="6858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94560" y="5093208"/>
            <a:ext cx="109728" cy="6858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23160" y="5138928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28A745"/>
                </a:solidFill>
              </a:rPr>
              <a:t>Bridge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544068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BBBBBB"/>
                </a:solidFill>
              </a:rPr>
              <a:t>Lee artifacts · </a:t>
            </a:r>
            <a:r>
              <a:rPr b="0" i="0" dirty="0" err="1">
                <a:solidFill>
                  <a:srgbClr val="BBBBBB"/>
                </a:solidFill>
              </a:rPr>
              <a:t>Construye</a:t>
            </a:r>
            <a:r>
              <a:rPr b="0" i="0" dirty="0">
                <a:solidFill>
                  <a:srgbClr val="BBBBBB"/>
                </a:solidFill>
              </a:rPr>
              <a:t> Adaptive Card · Publica </a:t>
            </a:r>
            <a:r>
              <a:rPr b="0" i="0" dirty="0" err="1">
                <a:solidFill>
                  <a:srgbClr val="BBBBBB"/>
                </a:solidFill>
              </a:rPr>
              <a:t>resultado</a:t>
            </a:r>
            <a:endParaRPr b="0" i="0" dirty="0">
              <a:solidFill>
                <a:srgbClr val="BBBBB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149840" y="1691640"/>
            <a:ext cx="1737360" cy="4572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195560" y="1737360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008BD4"/>
                </a:solidFill>
              </a:rPr>
              <a:t>Seguridad</a:t>
            </a:r>
            <a:endParaRPr b="1" i="0" dirty="0">
              <a:solidFill>
                <a:srgbClr val="008BD4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195560" y="2103120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  HMAC-SHA256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2578608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  Token AWX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3054096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  Sin SSH directo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3529584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  Creds en .env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4005072"/>
            <a:ext cx="16459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AA"/>
                </a:solidFill>
              </a:rPr>
              <a:t>  Llave SSH en AWX</a:t>
            </a:r>
          </a:p>
        </p:txBody>
      </p:sp>
      <p:sp>
        <p:nvSpPr>
          <p:cNvPr id="36" name="object 10">
            <a:extLst>
              <a:ext uri="{FF2B5EF4-FFF2-40B4-BE49-F238E27FC236}">
                <a16:creationId xmlns:a16="http://schemas.microsoft.com/office/drawing/2014/main" id="{F8A520F6-D58D-24AB-DD21-FFFC16C6FFED}"/>
              </a:ext>
            </a:extLst>
          </p:cNvPr>
          <p:cNvSpPr/>
          <p:nvPr/>
        </p:nvSpPr>
        <p:spPr>
          <a:xfrm>
            <a:off x="10030022" y="6236395"/>
            <a:ext cx="1765738" cy="237370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00" y="5613"/>
                </a:moveTo>
                <a:lnTo>
                  <a:pt x="431761" y="5613"/>
                </a:lnTo>
                <a:lnTo>
                  <a:pt x="431761" y="331304"/>
                </a:lnTo>
                <a:lnTo>
                  <a:pt x="432028" y="350342"/>
                </a:lnTo>
                <a:lnTo>
                  <a:pt x="433705" y="396278"/>
                </a:lnTo>
                <a:lnTo>
                  <a:pt x="434060" y="402094"/>
                </a:lnTo>
                <a:lnTo>
                  <a:pt x="433705" y="407365"/>
                </a:lnTo>
                <a:lnTo>
                  <a:pt x="426986" y="411111"/>
                </a:lnTo>
                <a:lnTo>
                  <a:pt x="423227" y="407847"/>
                </a:lnTo>
                <a:lnTo>
                  <a:pt x="420814" y="403555"/>
                </a:lnTo>
                <a:lnTo>
                  <a:pt x="329793" y="241185"/>
                </a:lnTo>
                <a:lnTo>
                  <a:pt x="295503" y="180492"/>
                </a:lnTo>
                <a:lnTo>
                  <a:pt x="264109" y="125412"/>
                </a:lnTo>
                <a:lnTo>
                  <a:pt x="239356" y="82778"/>
                </a:lnTo>
                <a:lnTo>
                  <a:pt x="205511" y="35331"/>
                </a:lnTo>
                <a:lnTo>
                  <a:pt x="152412" y="4343"/>
                </a:lnTo>
                <a:lnTo>
                  <a:pt x="114757" y="0"/>
                </a:lnTo>
                <a:lnTo>
                  <a:pt x="82638" y="3149"/>
                </a:lnTo>
                <a:lnTo>
                  <a:pt x="51650" y="14960"/>
                </a:lnTo>
                <a:lnTo>
                  <a:pt x="25247" y="38950"/>
                </a:lnTo>
                <a:lnTo>
                  <a:pt x="6883" y="78676"/>
                </a:lnTo>
                <a:lnTo>
                  <a:pt x="0" y="137642"/>
                </a:lnTo>
                <a:lnTo>
                  <a:pt x="0" y="528027"/>
                </a:lnTo>
                <a:lnTo>
                  <a:pt x="126885" y="528027"/>
                </a:lnTo>
                <a:lnTo>
                  <a:pt x="126885" y="202476"/>
                </a:lnTo>
                <a:lnTo>
                  <a:pt x="126631" y="183451"/>
                </a:lnTo>
                <a:lnTo>
                  <a:pt x="124739" y="131737"/>
                </a:lnTo>
                <a:lnTo>
                  <a:pt x="125006" y="126276"/>
                </a:lnTo>
                <a:lnTo>
                  <a:pt x="131800" y="122669"/>
                </a:lnTo>
                <a:lnTo>
                  <a:pt x="135407" y="125920"/>
                </a:lnTo>
                <a:lnTo>
                  <a:pt x="192011" y="228053"/>
                </a:lnTo>
                <a:lnTo>
                  <a:pt x="224028" y="285483"/>
                </a:lnTo>
                <a:lnTo>
                  <a:pt x="257517" y="345020"/>
                </a:lnTo>
                <a:lnTo>
                  <a:pt x="289166" y="400469"/>
                </a:lnTo>
                <a:lnTo>
                  <a:pt x="315645" y="445643"/>
                </a:lnTo>
                <a:lnTo>
                  <a:pt x="353212" y="498436"/>
                </a:lnTo>
                <a:lnTo>
                  <a:pt x="406311" y="529590"/>
                </a:lnTo>
                <a:lnTo>
                  <a:pt x="443979" y="533984"/>
                </a:lnTo>
                <a:lnTo>
                  <a:pt x="476072" y="530796"/>
                </a:lnTo>
                <a:lnTo>
                  <a:pt x="507072" y="518934"/>
                </a:lnTo>
                <a:lnTo>
                  <a:pt x="533501" y="494855"/>
                </a:lnTo>
                <a:lnTo>
                  <a:pt x="551891" y="455091"/>
                </a:lnTo>
                <a:lnTo>
                  <a:pt x="558800" y="396138"/>
                </a:lnTo>
                <a:lnTo>
                  <a:pt x="558800" y="5613"/>
                </a:lnTo>
                <a:close/>
              </a:path>
              <a:path w="3972559" h="534035">
                <a:moveTo>
                  <a:pt x="1094435" y="5791"/>
                </a:moveTo>
                <a:lnTo>
                  <a:pt x="602259" y="5791"/>
                </a:lnTo>
                <a:lnTo>
                  <a:pt x="602259" y="115011"/>
                </a:lnTo>
                <a:lnTo>
                  <a:pt x="783996" y="115011"/>
                </a:lnTo>
                <a:lnTo>
                  <a:pt x="783996" y="527761"/>
                </a:lnTo>
                <a:lnTo>
                  <a:pt x="912698" y="527761"/>
                </a:lnTo>
                <a:lnTo>
                  <a:pt x="912698" y="115011"/>
                </a:lnTo>
                <a:lnTo>
                  <a:pt x="1094435" y="115011"/>
                </a:lnTo>
                <a:lnTo>
                  <a:pt x="1094435" y="5791"/>
                </a:lnTo>
                <a:close/>
              </a:path>
              <a:path w="3972559" h="534035">
                <a:moveTo>
                  <a:pt x="1627568" y="5791"/>
                </a:moveTo>
                <a:lnTo>
                  <a:pt x="1135405" y="5791"/>
                </a:lnTo>
                <a:lnTo>
                  <a:pt x="1135405" y="115011"/>
                </a:lnTo>
                <a:lnTo>
                  <a:pt x="1317066" y="115011"/>
                </a:lnTo>
                <a:lnTo>
                  <a:pt x="1317066" y="527761"/>
                </a:lnTo>
                <a:lnTo>
                  <a:pt x="1445895" y="527761"/>
                </a:lnTo>
                <a:lnTo>
                  <a:pt x="1445895" y="115011"/>
                </a:lnTo>
                <a:lnTo>
                  <a:pt x="1627568" y="115011"/>
                </a:lnTo>
                <a:lnTo>
                  <a:pt x="1627568" y="5791"/>
                </a:lnTo>
                <a:close/>
              </a:path>
              <a:path w="3972559" h="534035">
                <a:moveTo>
                  <a:pt x="2315997" y="188772"/>
                </a:moveTo>
                <a:lnTo>
                  <a:pt x="2312428" y="135509"/>
                </a:lnTo>
                <a:lnTo>
                  <a:pt x="2307742" y="117017"/>
                </a:lnTo>
                <a:lnTo>
                  <a:pt x="2301557" y="92595"/>
                </a:lnTo>
                <a:lnTo>
                  <a:pt x="2283104" y="59258"/>
                </a:lnTo>
                <a:lnTo>
                  <a:pt x="2256853" y="34683"/>
                </a:lnTo>
                <a:lnTo>
                  <a:pt x="2222525" y="18097"/>
                </a:lnTo>
                <a:lnTo>
                  <a:pt x="2184603" y="9766"/>
                </a:lnTo>
                <a:lnTo>
                  <a:pt x="2184603" y="186474"/>
                </a:lnTo>
                <a:lnTo>
                  <a:pt x="2184603" y="347281"/>
                </a:lnTo>
                <a:lnTo>
                  <a:pt x="2181034" y="379285"/>
                </a:lnTo>
                <a:lnTo>
                  <a:pt x="2169706" y="400824"/>
                </a:lnTo>
                <a:lnTo>
                  <a:pt x="2149703" y="412953"/>
                </a:lnTo>
                <a:lnTo>
                  <a:pt x="2120125" y="416763"/>
                </a:lnTo>
                <a:lnTo>
                  <a:pt x="1912785" y="416763"/>
                </a:lnTo>
                <a:lnTo>
                  <a:pt x="1912785" y="117017"/>
                </a:lnTo>
                <a:lnTo>
                  <a:pt x="2120125" y="117017"/>
                </a:lnTo>
                <a:lnTo>
                  <a:pt x="2149703" y="120827"/>
                </a:lnTo>
                <a:lnTo>
                  <a:pt x="2169706" y="132969"/>
                </a:lnTo>
                <a:lnTo>
                  <a:pt x="2181034" y="154508"/>
                </a:lnTo>
                <a:lnTo>
                  <a:pt x="2184603" y="186474"/>
                </a:lnTo>
                <a:lnTo>
                  <a:pt x="2184603" y="9766"/>
                </a:lnTo>
                <a:lnTo>
                  <a:pt x="2179878" y="8724"/>
                </a:lnTo>
                <a:lnTo>
                  <a:pt x="2128647" y="5778"/>
                </a:lnTo>
                <a:lnTo>
                  <a:pt x="1784096" y="5778"/>
                </a:lnTo>
                <a:lnTo>
                  <a:pt x="1784096" y="527837"/>
                </a:lnTo>
                <a:lnTo>
                  <a:pt x="2134616" y="527837"/>
                </a:lnTo>
                <a:lnTo>
                  <a:pt x="2188083" y="524002"/>
                </a:lnTo>
                <a:lnTo>
                  <a:pt x="2230882" y="512546"/>
                </a:lnTo>
                <a:lnTo>
                  <a:pt x="2288032" y="467258"/>
                </a:lnTo>
                <a:lnTo>
                  <a:pt x="2307894" y="416763"/>
                </a:lnTo>
                <a:lnTo>
                  <a:pt x="2313190" y="392849"/>
                </a:lnTo>
                <a:lnTo>
                  <a:pt x="2315997" y="344995"/>
                </a:lnTo>
                <a:lnTo>
                  <a:pt x="2315997" y="188772"/>
                </a:lnTo>
                <a:close/>
              </a:path>
              <a:path w="3972559" h="534035">
                <a:moveTo>
                  <a:pt x="2903601" y="184619"/>
                </a:moveTo>
                <a:lnTo>
                  <a:pt x="2900591" y="133299"/>
                </a:lnTo>
                <a:lnTo>
                  <a:pt x="2891078" y="91643"/>
                </a:lnTo>
                <a:lnTo>
                  <a:pt x="2849638" y="34759"/>
                </a:lnTo>
                <a:lnTo>
                  <a:pt x="2773426" y="8788"/>
                </a:lnTo>
                <a:lnTo>
                  <a:pt x="2720467" y="5791"/>
                </a:lnTo>
                <a:lnTo>
                  <a:pt x="2396452" y="5791"/>
                </a:lnTo>
                <a:lnTo>
                  <a:pt x="2396452" y="116598"/>
                </a:lnTo>
                <a:lnTo>
                  <a:pt x="2711869" y="116598"/>
                </a:lnTo>
                <a:lnTo>
                  <a:pt x="2741472" y="120408"/>
                </a:lnTo>
                <a:lnTo>
                  <a:pt x="2761411" y="132549"/>
                </a:lnTo>
                <a:lnTo>
                  <a:pt x="2772676" y="154063"/>
                </a:lnTo>
                <a:lnTo>
                  <a:pt x="2776220" y="186004"/>
                </a:lnTo>
                <a:lnTo>
                  <a:pt x="2776296" y="204444"/>
                </a:lnTo>
                <a:lnTo>
                  <a:pt x="2776220" y="309702"/>
                </a:lnTo>
                <a:lnTo>
                  <a:pt x="2776220" y="416344"/>
                </a:lnTo>
                <a:lnTo>
                  <a:pt x="2533675" y="416344"/>
                </a:lnTo>
                <a:lnTo>
                  <a:pt x="2518956" y="414210"/>
                </a:lnTo>
                <a:lnTo>
                  <a:pt x="2505646" y="406146"/>
                </a:lnTo>
                <a:lnTo>
                  <a:pt x="2495994" y="389699"/>
                </a:lnTo>
                <a:lnTo>
                  <a:pt x="2492273" y="362407"/>
                </a:lnTo>
                <a:lnTo>
                  <a:pt x="2495969" y="335216"/>
                </a:lnTo>
                <a:lnTo>
                  <a:pt x="2505570" y="319201"/>
                </a:lnTo>
                <a:lnTo>
                  <a:pt x="2518867" y="311619"/>
                </a:lnTo>
                <a:lnTo>
                  <a:pt x="2533675" y="309702"/>
                </a:lnTo>
                <a:lnTo>
                  <a:pt x="2776220" y="309702"/>
                </a:lnTo>
                <a:lnTo>
                  <a:pt x="2776220" y="204444"/>
                </a:lnTo>
                <a:lnTo>
                  <a:pt x="2514816" y="204444"/>
                </a:lnTo>
                <a:lnTo>
                  <a:pt x="2461145" y="210045"/>
                </a:lnTo>
                <a:lnTo>
                  <a:pt x="2419451" y="227215"/>
                </a:lnTo>
                <a:lnTo>
                  <a:pt x="2389708" y="256527"/>
                </a:lnTo>
                <a:lnTo>
                  <a:pt x="2371890" y="298551"/>
                </a:lnTo>
                <a:lnTo>
                  <a:pt x="2365946" y="353872"/>
                </a:lnTo>
                <a:lnTo>
                  <a:pt x="2365946" y="378561"/>
                </a:lnTo>
                <a:lnTo>
                  <a:pt x="2372106" y="435038"/>
                </a:lnTo>
                <a:lnTo>
                  <a:pt x="2390571" y="477177"/>
                </a:lnTo>
                <a:lnTo>
                  <a:pt x="2421407" y="506006"/>
                </a:lnTo>
                <a:lnTo>
                  <a:pt x="2464612" y="522554"/>
                </a:lnTo>
                <a:lnTo>
                  <a:pt x="2520226" y="527837"/>
                </a:lnTo>
                <a:lnTo>
                  <a:pt x="2903601" y="527837"/>
                </a:lnTo>
                <a:lnTo>
                  <a:pt x="2903601" y="416344"/>
                </a:lnTo>
                <a:lnTo>
                  <a:pt x="2903601" y="309702"/>
                </a:lnTo>
                <a:lnTo>
                  <a:pt x="2903601" y="184619"/>
                </a:lnTo>
                <a:close/>
              </a:path>
              <a:path w="3972559" h="534035">
                <a:moveTo>
                  <a:pt x="3421773" y="5791"/>
                </a:moveTo>
                <a:lnTo>
                  <a:pt x="2929445" y="5791"/>
                </a:lnTo>
                <a:lnTo>
                  <a:pt x="2929445" y="115011"/>
                </a:lnTo>
                <a:lnTo>
                  <a:pt x="3111258" y="115011"/>
                </a:lnTo>
                <a:lnTo>
                  <a:pt x="3111258" y="527761"/>
                </a:lnTo>
                <a:lnTo>
                  <a:pt x="3239884" y="527761"/>
                </a:lnTo>
                <a:lnTo>
                  <a:pt x="3239884" y="115011"/>
                </a:lnTo>
                <a:lnTo>
                  <a:pt x="3421773" y="115011"/>
                </a:lnTo>
                <a:lnTo>
                  <a:pt x="3421773" y="5791"/>
                </a:lnTo>
                <a:close/>
              </a:path>
              <a:path w="3972559" h="534035">
                <a:moveTo>
                  <a:pt x="3971950" y="184619"/>
                </a:moveTo>
                <a:lnTo>
                  <a:pt x="3968966" y="133299"/>
                </a:lnTo>
                <a:lnTo>
                  <a:pt x="3959479" y="91643"/>
                </a:lnTo>
                <a:lnTo>
                  <a:pt x="3918102" y="34759"/>
                </a:lnTo>
                <a:lnTo>
                  <a:pt x="3841877" y="8788"/>
                </a:lnTo>
                <a:lnTo>
                  <a:pt x="3788829" y="5791"/>
                </a:lnTo>
                <a:lnTo>
                  <a:pt x="3464877" y="5791"/>
                </a:lnTo>
                <a:lnTo>
                  <a:pt x="3464877" y="116598"/>
                </a:lnTo>
                <a:lnTo>
                  <a:pt x="3780498" y="116598"/>
                </a:lnTo>
                <a:lnTo>
                  <a:pt x="3810025" y="120408"/>
                </a:lnTo>
                <a:lnTo>
                  <a:pt x="3829964" y="132549"/>
                </a:lnTo>
                <a:lnTo>
                  <a:pt x="3841229" y="154063"/>
                </a:lnTo>
                <a:lnTo>
                  <a:pt x="3844785" y="186004"/>
                </a:lnTo>
                <a:lnTo>
                  <a:pt x="3844785" y="204444"/>
                </a:lnTo>
                <a:lnTo>
                  <a:pt x="3844785" y="309702"/>
                </a:lnTo>
                <a:lnTo>
                  <a:pt x="3844785" y="416344"/>
                </a:lnTo>
                <a:lnTo>
                  <a:pt x="3602101" y="416344"/>
                </a:lnTo>
                <a:lnTo>
                  <a:pt x="3587407" y="414210"/>
                </a:lnTo>
                <a:lnTo>
                  <a:pt x="3574097" y="406146"/>
                </a:lnTo>
                <a:lnTo>
                  <a:pt x="3564432" y="389699"/>
                </a:lnTo>
                <a:lnTo>
                  <a:pt x="3560699" y="362407"/>
                </a:lnTo>
                <a:lnTo>
                  <a:pt x="3564394" y="335216"/>
                </a:lnTo>
                <a:lnTo>
                  <a:pt x="3574008" y="319201"/>
                </a:lnTo>
                <a:lnTo>
                  <a:pt x="3587318" y="311619"/>
                </a:lnTo>
                <a:lnTo>
                  <a:pt x="3602101" y="309702"/>
                </a:lnTo>
                <a:lnTo>
                  <a:pt x="3844785" y="309702"/>
                </a:lnTo>
                <a:lnTo>
                  <a:pt x="3844785" y="204444"/>
                </a:lnTo>
                <a:lnTo>
                  <a:pt x="3583305" y="204444"/>
                </a:lnTo>
                <a:lnTo>
                  <a:pt x="3529634" y="210045"/>
                </a:lnTo>
                <a:lnTo>
                  <a:pt x="3487953" y="227215"/>
                </a:lnTo>
                <a:lnTo>
                  <a:pt x="3458197" y="256527"/>
                </a:lnTo>
                <a:lnTo>
                  <a:pt x="3440366" y="298551"/>
                </a:lnTo>
                <a:lnTo>
                  <a:pt x="3434435" y="353872"/>
                </a:lnTo>
                <a:lnTo>
                  <a:pt x="3434435" y="378561"/>
                </a:lnTo>
                <a:lnTo>
                  <a:pt x="3440595" y="435038"/>
                </a:lnTo>
                <a:lnTo>
                  <a:pt x="3459086" y="477177"/>
                </a:lnTo>
                <a:lnTo>
                  <a:pt x="3489909" y="506006"/>
                </a:lnTo>
                <a:lnTo>
                  <a:pt x="3533089" y="522554"/>
                </a:lnTo>
                <a:lnTo>
                  <a:pt x="3588651" y="527837"/>
                </a:lnTo>
                <a:lnTo>
                  <a:pt x="3971950" y="527837"/>
                </a:lnTo>
                <a:lnTo>
                  <a:pt x="3971950" y="416344"/>
                </a:lnTo>
                <a:lnTo>
                  <a:pt x="3971950" y="309702"/>
                </a:lnTo>
                <a:lnTo>
                  <a:pt x="3971950" y="184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502920"/>
            <a:ext cx="11457432" cy="54864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FFFFFF"/>
                </a:solidFill>
              </a:rPr>
              <a:t>Entradas y </a:t>
            </a:r>
            <a:r>
              <a:rPr sz="3200" b="1" i="0" dirty="0" err="1">
                <a:solidFill>
                  <a:srgbClr val="FFFFFF"/>
                </a:solidFill>
              </a:rPr>
              <a:t>Salidas</a:t>
            </a:r>
            <a:endParaRPr sz="32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8BD4"/>
                </a:solidFill>
              </a:rPr>
              <a:t>Qué recibe el sistema y qué devuelve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5486400" cy="48463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5486400" cy="7315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521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8BD4"/>
                </a:solidFill>
              </a:rPr>
              <a:t>ENTRADA — </a:t>
            </a:r>
            <a:r>
              <a:rPr b="1" i="0" dirty="0" err="1">
                <a:solidFill>
                  <a:srgbClr val="008BD4"/>
                </a:solidFill>
              </a:rPr>
              <a:t>Mensaje</a:t>
            </a:r>
            <a:r>
              <a:rPr b="1" i="0" dirty="0">
                <a:solidFill>
                  <a:srgbClr val="008BD4"/>
                </a:solidFill>
              </a:rPr>
              <a:t> </a:t>
            </a:r>
            <a:r>
              <a:rPr b="1" i="0" dirty="0" err="1">
                <a:solidFill>
                  <a:srgbClr val="008BD4"/>
                </a:solidFill>
              </a:rPr>
              <a:t>en</a:t>
            </a:r>
            <a:r>
              <a:rPr b="1" i="0" dirty="0">
                <a:solidFill>
                  <a:srgbClr val="008BD4"/>
                </a:solidFill>
              </a:rPr>
              <a:t>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52120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 err="1">
                <a:solidFill>
                  <a:srgbClr val="CCCCCC"/>
                </a:solidFill>
              </a:rPr>
              <a:t>Lenguaje</a:t>
            </a:r>
            <a:r>
              <a:rPr b="0" i="0" dirty="0">
                <a:solidFill>
                  <a:srgbClr val="CCCCCC"/>
                </a:solidFill>
              </a:rPr>
              <a:t> natural </a:t>
            </a:r>
            <a:r>
              <a:rPr b="0" i="0" dirty="0" err="1">
                <a:solidFill>
                  <a:srgbClr val="CCCCCC"/>
                </a:solidFill>
              </a:rPr>
              <a:t>en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espanol</a:t>
            </a:r>
            <a:r>
              <a:rPr b="0" i="0" dirty="0">
                <a:solidFill>
                  <a:srgbClr val="CCCCCC"/>
                </a:solidFill>
              </a:rPr>
              <a:t>
Sin </a:t>
            </a:r>
            <a:r>
              <a:rPr b="0" i="0" dirty="0" err="1">
                <a:solidFill>
                  <a:srgbClr val="CCCCCC"/>
                </a:solidFill>
              </a:rPr>
              <a:t>sintaxis</a:t>
            </a:r>
            <a:r>
              <a:rPr b="0" i="0" dirty="0">
                <a:solidFill>
                  <a:srgbClr val="CCCCCC"/>
                </a:solidFill>
              </a:rPr>
              <a:t> especial </a:t>
            </a:r>
            <a:r>
              <a:rPr b="0" i="0" dirty="0" err="1">
                <a:solidFill>
                  <a:srgbClr val="CCCCCC"/>
                </a:solidFill>
              </a:rPr>
              <a:t>requerida</a:t>
            </a:r>
            <a:r>
              <a:rPr b="0" i="0" dirty="0">
                <a:solidFill>
                  <a:srgbClr val="CCCCCC"/>
                </a:solidFill>
              </a:rPr>
              <a:t>
  </a:t>
            </a:r>
            <a:r>
              <a:rPr b="0" i="0" dirty="0" err="1">
                <a:solidFill>
                  <a:srgbClr val="CCCCCC"/>
                </a:solidFill>
              </a:rPr>
              <a:t>VOLT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como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esta</a:t>
            </a:r>
            <a:r>
              <a:rPr b="0" i="0" dirty="0">
                <a:solidFill>
                  <a:srgbClr val="CCCCCC"/>
                </a:solidFill>
              </a:rPr>
              <a:t> ol9server1
  </a:t>
            </a:r>
            <a:r>
              <a:rPr b="0" i="0" dirty="0" err="1">
                <a:solidFill>
                  <a:srgbClr val="CCCCCC"/>
                </a:solidFill>
              </a:rPr>
              <a:t>VOLT</a:t>
            </a:r>
            <a:r>
              <a:rPr b="0" i="0" dirty="0">
                <a:solidFill>
                  <a:srgbClr val="CCCCCC"/>
                </a:solidFill>
              </a:rPr>
              <a:t> dame la RAM de ol9server1
  </a:t>
            </a:r>
            <a:r>
              <a:rPr b="0" i="0" dirty="0" err="1">
                <a:solidFill>
                  <a:srgbClr val="CCCCCC"/>
                </a:solidFill>
              </a:rPr>
              <a:t>VOLT</a:t>
            </a:r>
            <a:r>
              <a:rPr b="0" i="0" dirty="0">
                <a:solidFill>
                  <a:srgbClr val="CCCCCC"/>
                </a:solidFill>
              </a:rPr>
              <a:t> hay </a:t>
            </a:r>
            <a:r>
              <a:rPr b="0" i="0" dirty="0" err="1">
                <a:solidFill>
                  <a:srgbClr val="CCCCCC"/>
                </a:solidFill>
              </a:rPr>
              <a:t>errores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en</a:t>
            </a:r>
            <a:r>
              <a:rPr b="0" i="0" dirty="0">
                <a:solidFill>
                  <a:srgbClr val="CCCCCC"/>
                </a:solidFill>
              </a:rPr>
              <a:t> ol9server1
  </a:t>
            </a:r>
            <a:r>
              <a:rPr b="0" i="0" dirty="0" err="1">
                <a:solidFill>
                  <a:srgbClr val="CCCCCC"/>
                </a:solidFill>
              </a:rPr>
              <a:t>VOLT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arregla</a:t>
            </a:r>
            <a:r>
              <a:rPr b="0" i="0" dirty="0">
                <a:solidFill>
                  <a:srgbClr val="CCCCCC"/>
                </a:solidFill>
              </a:rPr>
              <a:t> ol9server1
  </a:t>
            </a:r>
            <a:r>
              <a:rPr b="0" i="0" dirty="0" err="1">
                <a:solidFill>
                  <a:srgbClr val="CCCCCC"/>
                </a:solidFill>
              </a:rPr>
              <a:t>VOLT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limpia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el</a:t>
            </a:r>
            <a:r>
              <a:rPr b="0" i="0" dirty="0">
                <a:solidFill>
                  <a:srgbClr val="CCCCCC"/>
                </a:solidFill>
              </a:rPr>
              <a:t> disco de ol9server1
  </a:t>
            </a:r>
            <a:r>
              <a:rPr b="0" i="0" dirty="0" err="1">
                <a:solidFill>
                  <a:srgbClr val="CCCCCC"/>
                </a:solidFill>
              </a:rPr>
              <a:t>VOLT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criticos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en</a:t>
            </a:r>
            <a:r>
              <a:rPr b="0" i="0" dirty="0">
                <a:solidFill>
                  <a:srgbClr val="CCCCCC"/>
                </a:solidFill>
              </a:rPr>
              <a:t> </a:t>
            </a:r>
            <a:r>
              <a:rPr b="0" i="0" dirty="0" err="1">
                <a:solidFill>
                  <a:srgbClr val="CCCCCC"/>
                </a:solidFill>
              </a:rPr>
              <a:t>produccion</a:t>
            </a:r>
            <a:endParaRPr b="0" i="0" dirty="0">
              <a:solidFill>
                <a:srgbClr val="CCCCCC"/>
              </a:solidFill>
            </a:endParaRPr>
          </a:p>
          <a:p>
            <a:pPr algn="l"/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r>
              <a:rPr b="0" i="0" dirty="0">
                <a:solidFill>
                  <a:srgbClr val="CCCCCC"/>
                </a:solidFill>
              </a:rPr>
              <a:t>VOLT cuantas maquinas tiene produccion</a:t>
            </a:r>
            <a:r>
              <a:rPr b="0" i="0" dirty="0" err="1">
                <a:solidFill>
                  <a:srgbClr val="CCCCCC"/>
                </a:solidFill>
              </a:rPr>
              <a:t>VOLT cuantas maquinas tiene produccion</a:t>
            </a:r>
            <a:endParaRPr b="0" i="0" dirty="0">
              <a:solidFill>
                <a:srgbClr val="CCCCCC"/>
              </a:solidFill>
            </a:endParaRPr>
          </a:p>
          <a:p>
            <a:pPr algn="l"/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>
                <a:solidFill>
                  <a:srgbClr val="CCCCCC"/>
                </a:solidFill>
              </a:rPr>
              <a:t>VOLT dame la lista de servidores de desarrollo</a:t>
            </a:r>
            <a:r>
              <a:rPr b="0" i="0" dirty="0" err="1">
                <a:solidFill>
                  <a:srgbClr val="CCCCCC"/>
                </a:solidFill>
              </a:rPr>
              <a:t>VOLT dame la lista de servidores de desarrollo</a:t>
            </a:r>
            <a:endParaRPr b="0" i="0" dirty="0">
              <a:solidFill>
                <a:srgbClr val="CCCCC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43600" y="39319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8BD4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91640"/>
            <a:ext cx="5303520" cy="484632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92240" y="1691640"/>
            <a:ext cx="5303520" cy="7315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755648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28A745"/>
                </a:solidFill>
              </a:rPr>
              <a:t>SALIDA — Adaptive Card en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148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8500"/>
                </a:solidFill>
              </a:rPr>
              <a:t>Fase 1  (&lt; 1 seg)   </a:t>
            </a:r>
            <a:r>
              <a:rPr sz="1400" b="1" i="0" dirty="0" err="1">
                <a:solidFill>
                  <a:srgbClr val="FF8500"/>
                </a:solidFill>
              </a:rPr>
              <a:t>Confirmacion</a:t>
            </a:r>
            <a:r>
              <a:rPr sz="1400" b="1" i="0" dirty="0">
                <a:solidFill>
                  <a:srgbClr val="FF8500"/>
                </a:solidFill>
              </a:rPr>
              <a:t> </a:t>
            </a:r>
            <a:r>
              <a:rPr sz="1400" b="1" i="0" dirty="0" err="1">
                <a:solidFill>
                  <a:srgbClr val="FF8500"/>
                </a:solidFill>
              </a:rPr>
              <a:t>inmediata</a:t>
            </a:r>
            <a:endParaRPr sz="1400" b="1" i="0" dirty="0">
              <a:solidFill>
                <a:srgbClr val="FF85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29400" y="2468880"/>
            <a:ext cx="5029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</a:rPr>
              <a:t>  Job lanzado + enlace directo a AWX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BD4"/>
                </a:solidFill>
              </a:rPr>
              <a:t>Fase 2  (1–2 min)   Resultado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291840"/>
            <a:ext cx="1554480" cy="347472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3328416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REMEDIADO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3467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</a:rPr>
              <a:t>Acciones ejecutadas + antes/despues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3767328"/>
            <a:ext cx="1554480" cy="347472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3803904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SIN ACCION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8221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</a:rPr>
              <a:t>Recursos dentro de umbrales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4242816"/>
            <a:ext cx="1554480" cy="347472"/>
          </a:xfrm>
          <a:prstGeom prst="rect">
            <a:avLst/>
          </a:prstGeom>
          <a:solidFill>
            <a:srgbClr val="FF8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427939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DIAGNOSTICADO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97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</a:rPr>
              <a:t>Solo lectura, sin cambios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4718304"/>
            <a:ext cx="1554480" cy="347472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7688" y="47548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ERROR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7731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</a:rPr>
              <a:t>Error en playbook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5193792"/>
            <a:ext cx="1554480" cy="347472"/>
          </a:xfrm>
          <a:prstGeom prst="rect">
            <a:avLst/>
          </a:prstGeom>
          <a:solidFill>
            <a:srgbClr val="64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47688" y="5230368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 ALCANZABLE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24865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BBBB"/>
                </a:solidFill>
              </a:rPr>
              <a:t>Servidor no respondio</a:t>
            </a:r>
          </a:p>
        </p:txBody>
      </p:sp>
      <p:sp>
        <p:nvSpPr>
          <p:cNvPr id="31" name="object 10">
            <a:extLst>
              <a:ext uri="{FF2B5EF4-FFF2-40B4-BE49-F238E27FC236}">
                <a16:creationId xmlns:a16="http://schemas.microsoft.com/office/drawing/2014/main" id="{FF90CF50-D10F-D624-9A9D-6479CE62FD8E}"/>
              </a:ext>
            </a:extLst>
          </p:cNvPr>
          <p:cNvSpPr/>
          <p:nvPr/>
        </p:nvSpPr>
        <p:spPr>
          <a:xfrm>
            <a:off x="10030022" y="6236395"/>
            <a:ext cx="1765738" cy="237370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00" y="5613"/>
                </a:moveTo>
                <a:lnTo>
                  <a:pt x="431761" y="5613"/>
                </a:lnTo>
                <a:lnTo>
                  <a:pt x="431761" y="331304"/>
                </a:lnTo>
                <a:lnTo>
                  <a:pt x="432028" y="350342"/>
                </a:lnTo>
                <a:lnTo>
                  <a:pt x="433705" y="396278"/>
                </a:lnTo>
                <a:lnTo>
                  <a:pt x="434060" y="402094"/>
                </a:lnTo>
                <a:lnTo>
                  <a:pt x="433705" y="407365"/>
                </a:lnTo>
                <a:lnTo>
                  <a:pt x="426986" y="411111"/>
                </a:lnTo>
                <a:lnTo>
                  <a:pt x="423227" y="407847"/>
                </a:lnTo>
                <a:lnTo>
                  <a:pt x="420814" y="403555"/>
                </a:lnTo>
                <a:lnTo>
                  <a:pt x="329793" y="241185"/>
                </a:lnTo>
                <a:lnTo>
                  <a:pt x="295503" y="180492"/>
                </a:lnTo>
                <a:lnTo>
                  <a:pt x="264109" y="125412"/>
                </a:lnTo>
                <a:lnTo>
                  <a:pt x="239356" y="82778"/>
                </a:lnTo>
                <a:lnTo>
                  <a:pt x="205511" y="35331"/>
                </a:lnTo>
                <a:lnTo>
                  <a:pt x="152412" y="4343"/>
                </a:lnTo>
                <a:lnTo>
                  <a:pt x="114757" y="0"/>
                </a:lnTo>
                <a:lnTo>
                  <a:pt x="82638" y="3149"/>
                </a:lnTo>
                <a:lnTo>
                  <a:pt x="51650" y="14960"/>
                </a:lnTo>
                <a:lnTo>
                  <a:pt x="25247" y="38950"/>
                </a:lnTo>
                <a:lnTo>
                  <a:pt x="6883" y="78676"/>
                </a:lnTo>
                <a:lnTo>
                  <a:pt x="0" y="137642"/>
                </a:lnTo>
                <a:lnTo>
                  <a:pt x="0" y="528027"/>
                </a:lnTo>
                <a:lnTo>
                  <a:pt x="126885" y="528027"/>
                </a:lnTo>
                <a:lnTo>
                  <a:pt x="126885" y="202476"/>
                </a:lnTo>
                <a:lnTo>
                  <a:pt x="126631" y="183451"/>
                </a:lnTo>
                <a:lnTo>
                  <a:pt x="124739" y="131737"/>
                </a:lnTo>
                <a:lnTo>
                  <a:pt x="125006" y="126276"/>
                </a:lnTo>
                <a:lnTo>
                  <a:pt x="131800" y="122669"/>
                </a:lnTo>
                <a:lnTo>
                  <a:pt x="135407" y="125920"/>
                </a:lnTo>
                <a:lnTo>
                  <a:pt x="192011" y="228053"/>
                </a:lnTo>
                <a:lnTo>
                  <a:pt x="224028" y="285483"/>
                </a:lnTo>
                <a:lnTo>
                  <a:pt x="257517" y="345020"/>
                </a:lnTo>
                <a:lnTo>
                  <a:pt x="289166" y="400469"/>
                </a:lnTo>
                <a:lnTo>
                  <a:pt x="315645" y="445643"/>
                </a:lnTo>
                <a:lnTo>
                  <a:pt x="353212" y="498436"/>
                </a:lnTo>
                <a:lnTo>
                  <a:pt x="406311" y="529590"/>
                </a:lnTo>
                <a:lnTo>
                  <a:pt x="443979" y="533984"/>
                </a:lnTo>
                <a:lnTo>
                  <a:pt x="476072" y="530796"/>
                </a:lnTo>
                <a:lnTo>
                  <a:pt x="507072" y="518934"/>
                </a:lnTo>
                <a:lnTo>
                  <a:pt x="533501" y="494855"/>
                </a:lnTo>
                <a:lnTo>
                  <a:pt x="551891" y="455091"/>
                </a:lnTo>
                <a:lnTo>
                  <a:pt x="558800" y="396138"/>
                </a:lnTo>
                <a:lnTo>
                  <a:pt x="558800" y="5613"/>
                </a:lnTo>
                <a:close/>
              </a:path>
              <a:path w="3972559" h="534035">
                <a:moveTo>
                  <a:pt x="1094435" y="5791"/>
                </a:moveTo>
                <a:lnTo>
                  <a:pt x="602259" y="5791"/>
                </a:lnTo>
                <a:lnTo>
                  <a:pt x="602259" y="115011"/>
                </a:lnTo>
                <a:lnTo>
                  <a:pt x="783996" y="115011"/>
                </a:lnTo>
                <a:lnTo>
                  <a:pt x="783996" y="527761"/>
                </a:lnTo>
                <a:lnTo>
                  <a:pt x="912698" y="527761"/>
                </a:lnTo>
                <a:lnTo>
                  <a:pt x="912698" y="115011"/>
                </a:lnTo>
                <a:lnTo>
                  <a:pt x="1094435" y="115011"/>
                </a:lnTo>
                <a:lnTo>
                  <a:pt x="1094435" y="5791"/>
                </a:lnTo>
                <a:close/>
              </a:path>
              <a:path w="3972559" h="534035">
                <a:moveTo>
                  <a:pt x="1627568" y="5791"/>
                </a:moveTo>
                <a:lnTo>
                  <a:pt x="1135405" y="5791"/>
                </a:lnTo>
                <a:lnTo>
                  <a:pt x="1135405" y="115011"/>
                </a:lnTo>
                <a:lnTo>
                  <a:pt x="1317066" y="115011"/>
                </a:lnTo>
                <a:lnTo>
                  <a:pt x="1317066" y="527761"/>
                </a:lnTo>
                <a:lnTo>
                  <a:pt x="1445895" y="527761"/>
                </a:lnTo>
                <a:lnTo>
                  <a:pt x="1445895" y="115011"/>
                </a:lnTo>
                <a:lnTo>
                  <a:pt x="1627568" y="115011"/>
                </a:lnTo>
                <a:lnTo>
                  <a:pt x="1627568" y="5791"/>
                </a:lnTo>
                <a:close/>
              </a:path>
              <a:path w="3972559" h="534035">
                <a:moveTo>
                  <a:pt x="2315997" y="188772"/>
                </a:moveTo>
                <a:lnTo>
                  <a:pt x="2312428" y="135509"/>
                </a:lnTo>
                <a:lnTo>
                  <a:pt x="2307742" y="117017"/>
                </a:lnTo>
                <a:lnTo>
                  <a:pt x="2301557" y="92595"/>
                </a:lnTo>
                <a:lnTo>
                  <a:pt x="2283104" y="59258"/>
                </a:lnTo>
                <a:lnTo>
                  <a:pt x="2256853" y="34683"/>
                </a:lnTo>
                <a:lnTo>
                  <a:pt x="2222525" y="18097"/>
                </a:lnTo>
                <a:lnTo>
                  <a:pt x="2184603" y="9766"/>
                </a:lnTo>
                <a:lnTo>
                  <a:pt x="2184603" y="186474"/>
                </a:lnTo>
                <a:lnTo>
                  <a:pt x="2184603" y="347281"/>
                </a:lnTo>
                <a:lnTo>
                  <a:pt x="2181034" y="379285"/>
                </a:lnTo>
                <a:lnTo>
                  <a:pt x="2169706" y="400824"/>
                </a:lnTo>
                <a:lnTo>
                  <a:pt x="2149703" y="412953"/>
                </a:lnTo>
                <a:lnTo>
                  <a:pt x="2120125" y="416763"/>
                </a:lnTo>
                <a:lnTo>
                  <a:pt x="1912785" y="416763"/>
                </a:lnTo>
                <a:lnTo>
                  <a:pt x="1912785" y="117017"/>
                </a:lnTo>
                <a:lnTo>
                  <a:pt x="2120125" y="117017"/>
                </a:lnTo>
                <a:lnTo>
                  <a:pt x="2149703" y="120827"/>
                </a:lnTo>
                <a:lnTo>
                  <a:pt x="2169706" y="132969"/>
                </a:lnTo>
                <a:lnTo>
                  <a:pt x="2181034" y="154508"/>
                </a:lnTo>
                <a:lnTo>
                  <a:pt x="2184603" y="186474"/>
                </a:lnTo>
                <a:lnTo>
                  <a:pt x="2184603" y="9766"/>
                </a:lnTo>
                <a:lnTo>
                  <a:pt x="2179878" y="8724"/>
                </a:lnTo>
                <a:lnTo>
                  <a:pt x="2128647" y="5778"/>
                </a:lnTo>
                <a:lnTo>
                  <a:pt x="1784096" y="5778"/>
                </a:lnTo>
                <a:lnTo>
                  <a:pt x="1784096" y="527837"/>
                </a:lnTo>
                <a:lnTo>
                  <a:pt x="2134616" y="527837"/>
                </a:lnTo>
                <a:lnTo>
                  <a:pt x="2188083" y="524002"/>
                </a:lnTo>
                <a:lnTo>
                  <a:pt x="2230882" y="512546"/>
                </a:lnTo>
                <a:lnTo>
                  <a:pt x="2288032" y="467258"/>
                </a:lnTo>
                <a:lnTo>
                  <a:pt x="2307894" y="416763"/>
                </a:lnTo>
                <a:lnTo>
                  <a:pt x="2313190" y="392849"/>
                </a:lnTo>
                <a:lnTo>
                  <a:pt x="2315997" y="344995"/>
                </a:lnTo>
                <a:lnTo>
                  <a:pt x="2315997" y="188772"/>
                </a:lnTo>
                <a:close/>
              </a:path>
              <a:path w="3972559" h="534035">
                <a:moveTo>
                  <a:pt x="2903601" y="184619"/>
                </a:moveTo>
                <a:lnTo>
                  <a:pt x="2900591" y="133299"/>
                </a:lnTo>
                <a:lnTo>
                  <a:pt x="2891078" y="91643"/>
                </a:lnTo>
                <a:lnTo>
                  <a:pt x="2849638" y="34759"/>
                </a:lnTo>
                <a:lnTo>
                  <a:pt x="2773426" y="8788"/>
                </a:lnTo>
                <a:lnTo>
                  <a:pt x="2720467" y="5791"/>
                </a:lnTo>
                <a:lnTo>
                  <a:pt x="2396452" y="5791"/>
                </a:lnTo>
                <a:lnTo>
                  <a:pt x="2396452" y="116598"/>
                </a:lnTo>
                <a:lnTo>
                  <a:pt x="2711869" y="116598"/>
                </a:lnTo>
                <a:lnTo>
                  <a:pt x="2741472" y="120408"/>
                </a:lnTo>
                <a:lnTo>
                  <a:pt x="2761411" y="132549"/>
                </a:lnTo>
                <a:lnTo>
                  <a:pt x="2772676" y="154063"/>
                </a:lnTo>
                <a:lnTo>
                  <a:pt x="2776220" y="186004"/>
                </a:lnTo>
                <a:lnTo>
                  <a:pt x="2776296" y="204444"/>
                </a:lnTo>
                <a:lnTo>
                  <a:pt x="2776220" y="309702"/>
                </a:lnTo>
                <a:lnTo>
                  <a:pt x="2776220" y="416344"/>
                </a:lnTo>
                <a:lnTo>
                  <a:pt x="2533675" y="416344"/>
                </a:lnTo>
                <a:lnTo>
                  <a:pt x="2518956" y="414210"/>
                </a:lnTo>
                <a:lnTo>
                  <a:pt x="2505646" y="406146"/>
                </a:lnTo>
                <a:lnTo>
                  <a:pt x="2495994" y="389699"/>
                </a:lnTo>
                <a:lnTo>
                  <a:pt x="2492273" y="362407"/>
                </a:lnTo>
                <a:lnTo>
                  <a:pt x="2495969" y="335216"/>
                </a:lnTo>
                <a:lnTo>
                  <a:pt x="2505570" y="319201"/>
                </a:lnTo>
                <a:lnTo>
                  <a:pt x="2518867" y="311619"/>
                </a:lnTo>
                <a:lnTo>
                  <a:pt x="2533675" y="309702"/>
                </a:lnTo>
                <a:lnTo>
                  <a:pt x="2776220" y="309702"/>
                </a:lnTo>
                <a:lnTo>
                  <a:pt x="2776220" y="204444"/>
                </a:lnTo>
                <a:lnTo>
                  <a:pt x="2514816" y="204444"/>
                </a:lnTo>
                <a:lnTo>
                  <a:pt x="2461145" y="210045"/>
                </a:lnTo>
                <a:lnTo>
                  <a:pt x="2419451" y="227215"/>
                </a:lnTo>
                <a:lnTo>
                  <a:pt x="2389708" y="256527"/>
                </a:lnTo>
                <a:lnTo>
                  <a:pt x="2371890" y="298551"/>
                </a:lnTo>
                <a:lnTo>
                  <a:pt x="2365946" y="353872"/>
                </a:lnTo>
                <a:lnTo>
                  <a:pt x="2365946" y="378561"/>
                </a:lnTo>
                <a:lnTo>
                  <a:pt x="2372106" y="435038"/>
                </a:lnTo>
                <a:lnTo>
                  <a:pt x="2390571" y="477177"/>
                </a:lnTo>
                <a:lnTo>
                  <a:pt x="2421407" y="506006"/>
                </a:lnTo>
                <a:lnTo>
                  <a:pt x="2464612" y="522554"/>
                </a:lnTo>
                <a:lnTo>
                  <a:pt x="2520226" y="527837"/>
                </a:lnTo>
                <a:lnTo>
                  <a:pt x="2903601" y="527837"/>
                </a:lnTo>
                <a:lnTo>
                  <a:pt x="2903601" y="416344"/>
                </a:lnTo>
                <a:lnTo>
                  <a:pt x="2903601" y="309702"/>
                </a:lnTo>
                <a:lnTo>
                  <a:pt x="2903601" y="184619"/>
                </a:lnTo>
                <a:close/>
              </a:path>
              <a:path w="3972559" h="534035">
                <a:moveTo>
                  <a:pt x="3421773" y="5791"/>
                </a:moveTo>
                <a:lnTo>
                  <a:pt x="2929445" y="5791"/>
                </a:lnTo>
                <a:lnTo>
                  <a:pt x="2929445" y="115011"/>
                </a:lnTo>
                <a:lnTo>
                  <a:pt x="3111258" y="115011"/>
                </a:lnTo>
                <a:lnTo>
                  <a:pt x="3111258" y="527761"/>
                </a:lnTo>
                <a:lnTo>
                  <a:pt x="3239884" y="527761"/>
                </a:lnTo>
                <a:lnTo>
                  <a:pt x="3239884" y="115011"/>
                </a:lnTo>
                <a:lnTo>
                  <a:pt x="3421773" y="115011"/>
                </a:lnTo>
                <a:lnTo>
                  <a:pt x="3421773" y="5791"/>
                </a:lnTo>
                <a:close/>
              </a:path>
              <a:path w="3972559" h="534035">
                <a:moveTo>
                  <a:pt x="3971950" y="184619"/>
                </a:moveTo>
                <a:lnTo>
                  <a:pt x="3968966" y="133299"/>
                </a:lnTo>
                <a:lnTo>
                  <a:pt x="3959479" y="91643"/>
                </a:lnTo>
                <a:lnTo>
                  <a:pt x="3918102" y="34759"/>
                </a:lnTo>
                <a:lnTo>
                  <a:pt x="3841877" y="8788"/>
                </a:lnTo>
                <a:lnTo>
                  <a:pt x="3788829" y="5791"/>
                </a:lnTo>
                <a:lnTo>
                  <a:pt x="3464877" y="5791"/>
                </a:lnTo>
                <a:lnTo>
                  <a:pt x="3464877" y="116598"/>
                </a:lnTo>
                <a:lnTo>
                  <a:pt x="3780498" y="116598"/>
                </a:lnTo>
                <a:lnTo>
                  <a:pt x="3810025" y="120408"/>
                </a:lnTo>
                <a:lnTo>
                  <a:pt x="3829964" y="132549"/>
                </a:lnTo>
                <a:lnTo>
                  <a:pt x="3841229" y="154063"/>
                </a:lnTo>
                <a:lnTo>
                  <a:pt x="3844785" y="186004"/>
                </a:lnTo>
                <a:lnTo>
                  <a:pt x="3844785" y="204444"/>
                </a:lnTo>
                <a:lnTo>
                  <a:pt x="3844785" y="309702"/>
                </a:lnTo>
                <a:lnTo>
                  <a:pt x="3844785" y="416344"/>
                </a:lnTo>
                <a:lnTo>
                  <a:pt x="3602101" y="416344"/>
                </a:lnTo>
                <a:lnTo>
                  <a:pt x="3587407" y="414210"/>
                </a:lnTo>
                <a:lnTo>
                  <a:pt x="3574097" y="406146"/>
                </a:lnTo>
                <a:lnTo>
                  <a:pt x="3564432" y="389699"/>
                </a:lnTo>
                <a:lnTo>
                  <a:pt x="3560699" y="362407"/>
                </a:lnTo>
                <a:lnTo>
                  <a:pt x="3564394" y="335216"/>
                </a:lnTo>
                <a:lnTo>
                  <a:pt x="3574008" y="319201"/>
                </a:lnTo>
                <a:lnTo>
                  <a:pt x="3587318" y="311619"/>
                </a:lnTo>
                <a:lnTo>
                  <a:pt x="3602101" y="309702"/>
                </a:lnTo>
                <a:lnTo>
                  <a:pt x="3844785" y="309702"/>
                </a:lnTo>
                <a:lnTo>
                  <a:pt x="3844785" y="204444"/>
                </a:lnTo>
                <a:lnTo>
                  <a:pt x="3583305" y="204444"/>
                </a:lnTo>
                <a:lnTo>
                  <a:pt x="3529634" y="210045"/>
                </a:lnTo>
                <a:lnTo>
                  <a:pt x="3487953" y="227215"/>
                </a:lnTo>
                <a:lnTo>
                  <a:pt x="3458197" y="256527"/>
                </a:lnTo>
                <a:lnTo>
                  <a:pt x="3440366" y="298551"/>
                </a:lnTo>
                <a:lnTo>
                  <a:pt x="3434435" y="353872"/>
                </a:lnTo>
                <a:lnTo>
                  <a:pt x="3434435" y="378561"/>
                </a:lnTo>
                <a:lnTo>
                  <a:pt x="3440595" y="435038"/>
                </a:lnTo>
                <a:lnTo>
                  <a:pt x="3459086" y="477177"/>
                </a:lnTo>
                <a:lnTo>
                  <a:pt x="3489909" y="506006"/>
                </a:lnTo>
                <a:lnTo>
                  <a:pt x="3533089" y="522554"/>
                </a:lnTo>
                <a:lnTo>
                  <a:pt x="3588651" y="527837"/>
                </a:lnTo>
                <a:lnTo>
                  <a:pt x="3971950" y="527837"/>
                </a:lnTo>
                <a:lnTo>
                  <a:pt x="3971950" y="416344"/>
                </a:lnTo>
                <a:lnTo>
                  <a:pt x="3971950" y="309702"/>
                </a:lnTo>
                <a:lnTo>
                  <a:pt x="3971950" y="184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VOLT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8BD4"/>
                </a:solidFill>
              </a:rPr>
              <a:t>Operaciones de infraestructura
en lenguaje natural desde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5029200" cy="777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91440" cy="7772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008BD4"/>
                </a:solidFill>
              </a:rPr>
              <a:t>4 capacidades</a:t>
            </a:r>
            <a:r>
              <a:rPr b="1" i="0" dirty="0" err="1">
                <a:solidFill>
                  <a:srgbClr val="008BD4"/>
                </a:solidFill>
              </a:rPr>
              <a:t/>
            </a:r>
            <a:endParaRPr b="1" i="0" dirty="0">
              <a:solidFill>
                <a:srgbClr val="008BD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3950208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BBBBB"/>
                </a:solidFill>
              </a:rPr>
              <a:t>Health · Logs · Remediación · Inventario</a:t>
            </a:r>
            <a:r>
              <a:rPr sz="1600" b="0" i="0" dirty="0" err="1">
                <a:solidFill>
                  <a:srgbClr val="BBBBBB"/>
                </a:solidFill>
              </a:rPr>
              <a:t/>
            </a:r>
            <a:endParaRPr sz="1600" b="0" i="0" dirty="0">
              <a:solidFill>
                <a:srgbClr val="BBBBB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3566160"/>
            <a:ext cx="5029200" cy="777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3566160"/>
            <a:ext cx="91440" cy="7772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61188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8BD4"/>
                </a:solidFill>
              </a:rPr>
              <a:t>&lt; 2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950208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</a:rPr>
              <a:t>De la frase al resultado en 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572000"/>
            <a:ext cx="5029200" cy="777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91440" cy="7772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8BD4"/>
                </a:solidFill>
              </a:rPr>
              <a:t>Sin SSH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56048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</a:rPr>
              <a:t>El operador nunca toca el servidor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572000"/>
            <a:ext cx="5029200" cy="77724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4572000"/>
            <a:ext cx="91440" cy="777240"/>
          </a:xfrm>
          <a:prstGeom prst="rect">
            <a:avLst/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617720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>
                <a:solidFill>
                  <a:srgbClr val="008BD4"/>
                </a:solidFill>
              </a:rPr>
              <a:t>Antes / Después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956048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BBBB"/>
                </a:solidFill>
              </a:rPr>
              <a:t>Toda remediación muestra el impacto</a:t>
            </a:r>
          </a:p>
        </p:txBody>
      </p:sp>
      <p:sp>
        <p:nvSpPr>
          <p:cNvPr id="22" name="object 10">
            <a:extLst>
              <a:ext uri="{FF2B5EF4-FFF2-40B4-BE49-F238E27FC236}">
                <a16:creationId xmlns:a16="http://schemas.microsoft.com/office/drawing/2014/main" id="{EA29908A-6A7B-2DC6-E6B0-42200B54CBBE}"/>
              </a:ext>
            </a:extLst>
          </p:cNvPr>
          <p:cNvSpPr/>
          <p:nvPr/>
        </p:nvSpPr>
        <p:spPr>
          <a:xfrm>
            <a:off x="10030022" y="6236395"/>
            <a:ext cx="1765738" cy="237370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00" y="5613"/>
                </a:moveTo>
                <a:lnTo>
                  <a:pt x="431761" y="5613"/>
                </a:lnTo>
                <a:lnTo>
                  <a:pt x="431761" y="331304"/>
                </a:lnTo>
                <a:lnTo>
                  <a:pt x="432028" y="350342"/>
                </a:lnTo>
                <a:lnTo>
                  <a:pt x="433705" y="396278"/>
                </a:lnTo>
                <a:lnTo>
                  <a:pt x="434060" y="402094"/>
                </a:lnTo>
                <a:lnTo>
                  <a:pt x="433705" y="407365"/>
                </a:lnTo>
                <a:lnTo>
                  <a:pt x="426986" y="411111"/>
                </a:lnTo>
                <a:lnTo>
                  <a:pt x="423227" y="407847"/>
                </a:lnTo>
                <a:lnTo>
                  <a:pt x="420814" y="403555"/>
                </a:lnTo>
                <a:lnTo>
                  <a:pt x="329793" y="241185"/>
                </a:lnTo>
                <a:lnTo>
                  <a:pt x="295503" y="180492"/>
                </a:lnTo>
                <a:lnTo>
                  <a:pt x="264109" y="125412"/>
                </a:lnTo>
                <a:lnTo>
                  <a:pt x="239356" y="82778"/>
                </a:lnTo>
                <a:lnTo>
                  <a:pt x="205511" y="35331"/>
                </a:lnTo>
                <a:lnTo>
                  <a:pt x="152412" y="4343"/>
                </a:lnTo>
                <a:lnTo>
                  <a:pt x="114757" y="0"/>
                </a:lnTo>
                <a:lnTo>
                  <a:pt x="82638" y="3149"/>
                </a:lnTo>
                <a:lnTo>
                  <a:pt x="51650" y="14960"/>
                </a:lnTo>
                <a:lnTo>
                  <a:pt x="25247" y="38950"/>
                </a:lnTo>
                <a:lnTo>
                  <a:pt x="6883" y="78676"/>
                </a:lnTo>
                <a:lnTo>
                  <a:pt x="0" y="137642"/>
                </a:lnTo>
                <a:lnTo>
                  <a:pt x="0" y="528027"/>
                </a:lnTo>
                <a:lnTo>
                  <a:pt x="126885" y="528027"/>
                </a:lnTo>
                <a:lnTo>
                  <a:pt x="126885" y="202476"/>
                </a:lnTo>
                <a:lnTo>
                  <a:pt x="126631" y="183451"/>
                </a:lnTo>
                <a:lnTo>
                  <a:pt x="124739" y="131737"/>
                </a:lnTo>
                <a:lnTo>
                  <a:pt x="125006" y="126276"/>
                </a:lnTo>
                <a:lnTo>
                  <a:pt x="131800" y="122669"/>
                </a:lnTo>
                <a:lnTo>
                  <a:pt x="135407" y="125920"/>
                </a:lnTo>
                <a:lnTo>
                  <a:pt x="192011" y="228053"/>
                </a:lnTo>
                <a:lnTo>
                  <a:pt x="224028" y="285483"/>
                </a:lnTo>
                <a:lnTo>
                  <a:pt x="257517" y="345020"/>
                </a:lnTo>
                <a:lnTo>
                  <a:pt x="289166" y="400469"/>
                </a:lnTo>
                <a:lnTo>
                  <a:pt x="315645" y="445643"/>
                </a:lnTo>
                <a:lnTo>
                  <a:pt x="353212" y="498436"/>
                </a:lnTo>
                <a:lnTo>
                  <a:pt x="406311" y="529590"/>
                </a:lnTo>
                <a:lnTo>
                  <a:pt x="443979" y="533984"/>
                </a:lnTo>
                <a:lnTo>
                  <a:pt x="476072" y="530796"/>
                </a:lnTo>
                <a:lnTo>
                  <a:pt x="507072" y="518934"/>
                </a:lnTo>
                <a:lnTo>
                  <a:pt x="533501" y="494855"/>
                </a:lnTo>
                <a:lnTo>
                  <a:pt x="551891" y="455091"/>
                </a:lnTo>
                <a:lnTo>
                  <a:pt x="558800" y="396138"/>
                </a:lnTo>
                <a:lnTo>
                  <a:pt x="558800" y="5613"/>
                </a:lnTo>
                <a:close/>
              </a:path>
              <a:path w="3972559" h="534035">
                <a:moveTo>
                  <a:pt x="1094435" y="5791"/>
                </a:moveTo>
                <a:lnTo>
                  <a:pt x="602259" y="5791"/>
                </a:lnTo>
                <a:lnTo>
                  <a:pt x="602259" y="115011"/>
                </a:lnTo>
                <a:lnTo>
                  <a:pt x="783996" y="115011"/>
                </a:lnTo>
                <a:lnTo>
                  <a:pt x="783996" y="527761"/>
                </a:lnTo>
                <a:lnTo>
                  <a:pt x="912698" y="527761"/>
                </a:lnTo>
                <a:lnTo>
                  <a:pt x="912698" y="115011"/>
                </a:lnTo>
                <a:lnTo>
                  <a:pt x="1094435" y="115011"/>
                </a:lnTo>
                <a:lnTo>
                  <a:pt x="1094435" y="5791"/>
                </a:lnTo>
                <a:close/>
              </a:path>
              <a:path w="3972559" h="534035">
                <a:moveTo>
                  <a:pt x="1627568" y="5791"/>
                </a:moveTo>
                <a:lnTo>
                  <a:pt x="1135405" y="5791"/>
                </a:lnTo>
                <a:lnTo>
                  <a:pt x="1135405" y="115011"/>
                </a:lnTo>
                <a:lnTo>
                  <a:pt x="1317066" y="115011"/>
                </a:lnTo>
                <a:lnTo>
                  <a:pt x="1317066" y="527761"/>
                </a:lnTo>
                <a:lnTo>
                  <a:pt x="1445895" y="527761"/>
                </a:lnTo>
                <a:lnTo>
                  <a:pt x="1445895" y="115011"/>
                </a:lnTo>
                <a:lnTo>
                  <a:pt x="1627568" y="115011"/>
                </a:lnTo>
                <a:lnTo>
                  <a:pt x="1627568" y="5791"/>
                </a:lnTo>
                <a:close/>
              </a:path>
              <a:path w="3972559" h="534035">
                <a:moveTo>
                  <a:pt x="2315997" y="188772"/>
                </a:moveTo>
                <a:lnTo>
                  <a:pt x="2312428" y="135509"/>
                </a:lnTo>
                <a:lnTo>
                  <a:pt x="2307742" y="117017"/>
                </a:lnTo>
                <a:lnTo>
                  <a:pt x="2301557" y="92595"/>
                </a:lnTo>
                <a:lnTo>
                  <a:pt x="2283104" y="59258"/>
                </a:lnTo>
                <a:lnTo>
                  <a:pt x="2256853" y="34683"/>
                </a:lnTo>
                <a:lnTo>
                  <a:pt x="2222525" y="18097"/>
                </a:lnTo>
                <a:lnTo>
                  <a:pt x="2184603" y="9766"/>
                </a:lnTo>
                <a:lnTo>
                  <a:pt x="2184603" y="186474"/>
                </a:lnTo>
                <a:lnTo>
                  <a:pt x="2184603" y="347281"/>
                </a:lnTo>
                <a:lnTo>
                  <a:pt x="2181034" y="379285"/>
                </a:lnTo>
                <a:lnTo>
                  <a:pt x="2169706" y="400824"/>
                </a:lnTo>
                <a:lnTo>
                  <a:pt x="2149703" y="412953"/>
                </a:lnTo>
                <a:lnTo>
                  <a:pt x="2120125" y="416763"/>
                </a:lnTo>
                <a:lnTo>
                  <a:pt x="1912785" y="416763"/>
                </a:lnTo>
                <a:lnTo>
                  <a:pt x="1912785" y="117017"/>
                </a:lnTo>
                <a:lnTo>
                  <a:pt x="2120125" y="117017"/>
                </a:lnTo>
                <a:lnTo>
                  <a:pt x="2149703" y="120827"/>
                </a:lnTo>
                <a:lnTo>
                  <a:pt x="2169706" y="132969"/>
                </a:lnTo>
                <a:lnTo>
                  <a:pt x="2181034" y="154508"/>
                </a:lnTo>
                <a:lnTo>
                  <a:pt x="2184603" y="186474"/>
                </a:lnTo>
                <a:lnTo>
                  <a:pt x="2184603" y="9766"/>
                </a:lnTo>
                <a:lnTo>
                  <a:pt x="2179878" y="8724"/>
                </a:lnTo>
                <a:lnTo>
                  <a:pt x="2128647" y="5778"/>
                </a:lnTo>
                <a:lnTo>
                  <a:pt x="1784096" y="5778"/>
                </a:lnTo>
                <a:lnTo>
                  <a:pt x="1784096" y="527837"/>
                </a:lnTo>
                <a:lnTo>
                  <a:pt x="2134616" y="527837"/>
                </a:lnTo>
                <a:lnTo>
                  <a:pt x="2188083" y="524002"/>
                </a:lnTo>
                <a:lnTo>
                  <a:pt x="2230882" y="512546"/>
                </a:lnTo>
                <a:lnTo>
                  <a:pt x="2288032" y="467258"/>
                </a:lnTo>
                <a:lnTo>
                  <a:pt x="2307894" y="416763"/>
                </a:lnTo>
                <a:lnTo>
                  <a:pt x="2313190" y="392849"/>
                </a:lnTo>
                <a:lnTo>
                  <a:pt x="2315997" y="344995"/>
                </a:lnTo>
                <a:lnTo>
                  <a:pt x="2315997" y="188772"/>
                </a:lnTo>
                <a:close/>
              </a:path>
              <a:path w="3972559" h="534035">
                <a:moveTo>
                  <a:pt x="2903601" y="184619"/>
                </a:moveTo>
                <a:lnTo>
                  <a:pt x="2900591" y="133299"/>
                </a:lnTo>
                <a:lnTo>
                  <a:pt x="2891078" y="91643"/>
                </a:lnTo>
                <a:lnTo>
                  <a:pt x="2849638" y="34759"/>
                </a:lnTo>
                <a:lnTo>
                  <a:pt x="2773426" y="8788"/>
                </a:lnTo>
                <a:lnTo>
                  <a:pt x="2720467" y="5791"/>
                </a:lnTo>
                <a:lnTo>
                  <a:pt x="2396452" y="5791"/>
                </a:lnTo>
                <a:lnTo>
                  <a:pt x="2396452" y="116598"/>
                </a:lnTo>
                <a:lnTo>
                  <a:pt x="2711869" y="116598"/>
                </a:lnTo>
                <a:lnTo>
                  <a:pt x="2741472" y="120408"/>
                </a:lnTo>
                <a:lnTo>
                  <a:pt x="2761411" y="132549"/>
                </a:lnTo>
                <a:lnTo>
                  <a:pt x="2772676" y="154063"/>
                </a:lnTo>
                <a:lnTo>
                  <a:pt x="2776220" y="186004"/>
                </a:lnTo>
                <a:lnTo>
                  <a:pt x="2776296" y="204444"/>
                </a:lnTo>
                <a:lnTo>
                  <a:pt x="2776220" y="309702"/>
                </a:lnTo>
                <a:lnTo>
                  <a:pt x="2776220" y="416344"/>
                </a:lnTo>
                <a:lnTo>
                  <a:pt x="2533675" y="416344"/>
                </a:lnTo>
                <a:lnTo>
                  <a:pt x="2518956" y="414210"/>
                </a:lnTo>
                <a:lnTo>
                  <a:pt x="2505646" y="406146"/>
                </a:lnTo>
                <a:lnTo>
                  <a:pt x="2495994" y="389699"/>
                </a:lnTo>
                <a:lnTo>
                  <a:pt x="2492273" y="362407"/>
                </a:lnTo>
                <a:lnTo>
                  <a:pt x="2495969" y="335216"/>
                </a:lnTo>
                <a:lnTo>
                  <a:pt x="2505570" y="319201"/>
                </a:lnTo>
                <a:lnTo>
                  <a:pt x="2518867" y="311619"/>
                </a:lnTo>
                <a:lnTo>
                  <a:pt x="2533675" y="309702"/>
                </a:lnTo>
                <a:lnTo>
                  <a:pt x="2776220" y="309702"/>
                </a:lnTo>
                <a:lnTo>
                  <a:pt x="2776220" y="204444"/>
                </a:lnTo>
                <a:lnTo>
                  <a:pt x="2514816" y="204444"/>
                </a:lnTo>
                <a:lnTo>
                  <a:pt x="2461145" y="210045"/>
                </a:lnTo>
                <a:lnTo>
                  <a:pt x="2419451" y="227215"/>
                </a:lnTo>
                <a:lnTo>
                  <a:pt x="2389708" y="256527"/>
                </a:lnTo>
                <a:lnTo>
                  <a:pt x="2371890" y="298551"/>
                </a:lnTo>
                <a:lnTo>
                  <a:pt x="2365946" y="353872"/>
                </a:lnTo>
                <a:lnTo>
                  <a:pt x="2365946" y="378561"/>
                </a:lnTo>
                <a:lnTo>
                  <a:pt x="2372106" y="435038"/>
                </a:lnTo>
                <a:lnTo>
                  <a:pt x="2390571" y="477177"/>
                </a:lnTo>
                <a:lnTo>
                  <a:pt x="2421407" y="506006"/>
                </a:lnTo>
                <a:lnTo>
                  <a:pt x="2464612" y="522554"/>
                </a:lnTo>
                <a:lnTo>
                  <a:pt x="2520226" y="527837"/>
                </a:lnTo>
                <a:lnTo>
                  <a:pt x="2903601" y="527837"/>
                </a:lnTo>
                <a:lnTo>
                  <a:pt x="2903601" y="416344"/>
                </a:lnTo>
                <a:lnTo>
                  <a:pt x="2903601" y="309702"/>
                </a:lnTo>
                <a:lnTo>
                  <a:pt x="2903601" y="184619"/>
                </a:lnTo>
                <a:close/>
              </a:path>
              <a:path w="3972559" h="534035">
                <a:moveTo>
                  <a:pt x="3421773" y="5791"/>
                </a:moveTo>
                <a:lnTo>
                  <a:pt x="2929445" y="5791"/>
                </a:lnTo>
                <a:lnTo>
                  <a:pt x="2929445" y="115011"/>
                </a:lnTo>
                <a:lnTo>
                  <a:pt x="3111258" y="115011"/>
                </a:lnTo>
                <a:lnTo>
                  <a:pt x="3111258" y="527761"/>
                </a:lnTo>
                <a:lnTo>
                  <a:pt x="3239884" y="527761"/>
                </a:lnTo>
                <a:lnTo>
                  <a:pt x="3239884" y="115011"/>
                </a:lnTo>
                <a:lnTo>
                  <a:pt x="3421773" y="115011"/>
                </a:lnTo>
                <a:lnTo>
                  <a:pt x="3421773" y="5791"/>
                </a:lnTo>
                <a:close/>
              </a:path>
              <a:path w="3972559" h="534035">
                <a:moveTo>
                  <a:pt x="3971950" y="184619"/>
                </a:moveTo>
                <a:lnTo>
                  <a:pt x="3968966" y="133299"/>
                </a:lnTo>
                <a:lnTo>
                  <a:pt x="3959479" y="91643"/>
                </a:lnTo>
                <a:lnTo>
                  <a:pt x="3918102" y="34759"/>
                </a:lnTo>
                <a:lnTo>
                  <a:pt x="3841877" y="8788"/>
                </a:lnTo>
                <a:lnTo>
                  <a:pt x="3788829" y="5791"/>
                </a:lnTo>
                <a:lnTo>
                  <a:pt x="3464877" y="5791"/>
                </a:lnTo>
                <a:lnTo>
                  <a:pt x="3464877" y="116598"/>
                </a:lnTo>
                <a:lnTo>
                  <a:pt x="3780498" y="116598"/>
                </a:lnTo>
                <a:lnTo>
                  <a:pt x="3810025" y="120408"/>
                </a:lnTo>
                <a:lnTo>
                  <a:pt x="3829964" y="132549"/>
                </a:lnTo>
                <a:lnTo>
                  <a:pt x="3841229" y="154063"/>
                </a:lnTo>
                <a:lnTo>
                  <a:pt x="3844785" y="186004"/>
                </a:lnTo>
                <a:lnTo>
                  <a:pt x="3844785" y="204444"/>
                </a:lnTo>
                <a:lnTo>
                  <a:pt x="3844785" y="309702"/>
                </a:lnTo>
                <a:lnTo>
                  <a:pt x="3844785" y="416344"/>
                </a:lnTo>
                <a:lnTo>
                  <a:pt x="3602101" y="416344"/>
                </a:lnTo>
                <a:lnTo>
                  <a:pt x="3587407" y="414210"/>
                </a:lnTo>
                <a:lnTo>
                  <a:pt x="3574097" y="406146"/>
                </a:lnTo>
                <a:lnTo>
                  <a:pt x="3564432" y="389699"/>
                </a:lnTo>
                <a:lnTo>
                  <a:pt x="3560699" y="362407"/>
                </a:lnTo>
                <a:lnTo>
                  <a:pt x="3564394" y="335216"/>
                </a:lnTo>
                <a:lnTo>
                  <a:pt x="3574008" y="319201"/>
                </a:lnTo>
                <a:lnTo>
                  <a:pt x="3587318" y="311619"/>
                </a:lnTo>
                <a:lnTo>
                  <a:pt x="3602101" y="309702"/>
                </a:lnTo>
                <a:lnTo>
                  <a:pt x="3844785" y="309702"/>
                </a:lnTo>
                <a:lnTo>
                  <a:pt x="3844785" y="204444"/>
                </a:lnTo>
                <a:lnTo>
                  <a:pt x="3583305" y="204444"/>
                </a:lnTo>
                <a:lnTo>
                  <a:pt x="3529634" y="210045"/>
                </a:lnTo>
                <a:lnTo>
                  <a:pt x="3487953" y="227215"/>
                </a:lnTo>
                <a:lnTo>
                  <a:pt x="3458197" y="256527"/>
                </a:lnTo>
                <a:lnTo>
                  <a:pt x="3440366" y="298551"/>
                </a:lnTo>
                <a:lnTo>
                  <a:pt x="3434435" y="353872"/>
                </a:lnTo>
                <a:lnTo>
                  <a:pt x="3434435" y="378561"/>
                </a:lnTo>
                <a:lnTo>
                  <a:pt x="3440595" y="435038"/>
                </a:lnTo>
                <a:lnTo>
                  <a:pt x="3459086" y="477177"/>
                </a:lnTo>
                <a:lnTo>
                  <a:pt x="3489909" y="506006"/>
                </a:lnTo>
                <a:lnTo>
                  <a:pt x="3533089" y="522554"/>
                </a:lnTo>
                <a:lnTo>
                  <a:pt x="3588651" y="527837"/>
                </a:lnTo>
                <a:lnTo>
                  <a:pt x="3971950" y="527837"/>
                </a:lnTo>
                <a:lnTo>
                  <a:pt x="3971950" y="416344"/>
                </a:lnTo>
                <a:lnTo>
                  <a:pt x="3971950" y="309702"/>
                </a:lnTo>
                <a:lnTo>
                  <a:pt x="3971950" y="1846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547</Words>
  <Application>Microsoft Office PowerPoint</Application>
  <PresentationFormat>Personalizado</PresentationFormat>
  <Paragraphs>80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Cristian Camilo Garzon Tamayo</cp:lastModifiedBy>
  <cp:revision>3</cp:revision>
  <dcterms:created xsi:type="dcterms:W3CDTF">2013-01-27T09:14:16Z</dcterms:created>
  <dcterms:modified xsi:type="dcterms:W3CDTF">2026-04-07T23:38:56Z</dcterms:modified>
  <cp:category/>
</cp:coreProperties>
</file>